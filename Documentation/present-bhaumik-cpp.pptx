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94667"/>
  </p:normalViewPr>
  <p:slideViewPr>
    <p:cSldViewPr snapToGrid="0" snapToObjects="1">
      <p:cViewPr varScale="1">
        <p:scale>
          <a:sx n="150" d="100"/>
          <a:sy n="150" d="100"/>
        </p:scale>
        <p:origin x="150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6" Type="http://schemas.openxmlformats.org/officeDocument/2006/relationships/image" Target="../media/image16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6" Type="http://schemas.openxmlformats.org/officeDocument/2006/relationships/image" Target="../media/image16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23B21C-9F3C-42FC-A105-8B9860ECFDCF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4A3F7B2-14ED-4E6A-9479-A79ADBFA97EF}">
      <dgm:prSet/>
      <dgm:spPr/>
      <dgm:t>
        <a:bodyPr/>
        <a:lstStyle/>
        <a:p>
          <a:r>
            <a:rPr lang="en-US"/>
            <a:t>Case Study 115 </a:t>
          </a:r>
        </a:p>
      </dgm:t>
    </dgm:pt>
    <dgm:pt modelId="{8BBC369D-53F1-4737-84CC-700E208EF2B5}" type="parTrans" cxnId="{230A7489-A75C-4286-BC57-0BAD633A5CDF}">
      <dgm:prSet/>
      <dgm:spPr/>
      <dgm:t>
        <a:bodyPr/>
        <a:lstStyle/>
        <a:p>
          <a:endParaRPr lang="en-US"/>
        </a:p>
      </dgm:t>
    </dgm:pt>
    <dgm:pt modelId="{01402939-0C4B-4D79-B37F-C1268FD974EC}" type="sibTrans" cxnId="{230A7489-A75C-4286-BC57-0BAD633A5CDF}">
      <dgm:prSet/>
      <dgm:spPr/>
      <dgm:t>
        <a:bodyPr/>
        <a:lstStyle/>
        <a:p>
          <a:endParaRPr lang="en-US"/>
        </a:p>
      </dgm:t>
    </dgm:pt>
    <dgm:pt modelId="{36079B31-F4EC-4564-8270-F5FF7E695619}">
      <dgm:prSet/>
      <dgm:spPr/>
      <dgm:t>
        <a:bodyPr/>
        <a:lstStyle/>
        <a:p>
          <a:r>
            <a:rPr lang="en-US"/>
            <a:t>Presented by: </a:t>
          </a:r>
          <a:r>
            <a:rPr lang="en-IN"/>
            <a:t>Bhaumikk Keer</a:t>
          </a:r>
          <a:endParaRPr lang="en-US"/>
        </a:p>
      </dgm:t>
    </dgm:pt>
    <dgm:pt modelId="{C423F96F-6A98-402C-AF31-E23FF117D892}" type="parTrans" cxnId="{30B5B6AF-9E50-43B4-9583-6A71756A6475}">
      <dgm:prSet/>
      <dgm:spPr/>
      <dgm:t>
        <a:bodyPr/>
        <a:lstStyle/>
        <a:p>
          <a:endParaRPr lang="en-US"/>
        </a:p>
      </dgm:t>
    </dgm:pt>
    <dgm:pt modelId="{4805A4D1-DE81-4B54-8144-4A4D28A88214}" type="sibTrans" cxnId="{30B5B6AF-9E50-43B4-9583-6A71756A6475}">
      <dgm:prSet/>
      <dgm:spPr/>
      <dgm:t>
        <a:bodyPr/>
        <a:lstStyle/>
        <a:p>
          <a:endParaRPr lang="en-US"/>
        </a:p>
      </dgm:t>
    </dgm:pt>
    <dgm:pt modelId="{DD2189A1-963C-41B4-B405-68B5629075C4}">
      <dgm:prSet/>
      <dgm:spPr/>
      <dgm:t>
        <a:bodyPr/>
        <a:lstStyle/>
        <a:p>
          <a:r>
            <a:rPr lang="en-US"/>
            <a:t>Roll No: 150096725030</a:t>
          </a:r>
        </a:p>
      </dgm:t>
    </dgm:pt>
    <dgm:pt modelId="{4DE1C466-AAFC-4127-9837-6039F056CF08}" type="parTrans" cxnId="{68CE2D80-60DD-498C-AB27-909654EC6716}">
      <dgm:prSet/>
      <dgm:spPr/>
      <dgm:t>
        <a:bodyPr/>
        <a:lstStyle/>
        <a:p>
          <a:endParaRPr lang="en-US"/>
        </a:p>
      </dgm:t>
    </dgm:pt>
    <dgm:pt modelId="{820B45F8-8875-4D9C-BD66-8388C0FAEDC0}" type="sibTrans" cxnId="{68CE2D80-60DD-498C-AB27-909654EC6716}">
      <dgm:prSet/>
      <dgm:spPr/>
      <dgm:t>
        <a:bodyPr/>
        <a:lstStyle/>
        <a:p>
          <a:endParaRPr lang="en-US"/>
        </a:p>
      </dgm:t>
    </dgm:pt>
    <dgm:pt modelId="{0001C816-FA53-407C-853F-A0CA1E6D0016}">
      <dgm:prSet/>
      <dgm:spPr/>
      <dgm:t>
        <a:bodyPr/>
        <a:lstStyle/>
        <a:p>
          <a:r>
            <a:rPr lang="en-US"/>
            <a:t>Cohort: Larry Page</a:t>
          </a:r>
        </a:p>
      </dgm:t>
    </dgm:pt>
    <dgm:pt modelId="{8BD62D36-8274-42C5-B3CC-4358B3835122}" type="parTrans" cxnId="{9ABEB6E2-F474-4819-AF19-0DBC28F603FB}">
      <dgm:prSet/>
      <dgm:spPr/>
      <dgm:t>
        <a:bodyPr/>
        <a:lstStyle/>
        <a:p>
          <a:endParaRPr lang="en-US"/>
        </a:p>
      </dgm:t>
    </dgm:pt>
    <dgm:pt modelId="{592E686D-7BFF-47B6-A827-D8BAAA12D1A6}" type="sibTrans" cxnId="{9ABEB6E2-F474-4819-AF19-0DBC28F603FB}">
      <dgm:prSet/>
      <dgm:spPr/>
      <dgm:t>
        <a:bodyPr/>
        <a:lstStyle/>
        <a:p>
          <a:endParaRPr lang="en-US"/>
        </a:p>
      </dgm:t>
    </dgm:pt>
    <dgm:pt modelId="{BBB50879-2669-4C89-ACC0-2A5FBD0E8C4A}">
      <dgm:prSet/>
      <dgm:spPr/>
      <dgm:t>
        <a:bodyPr/>
        <a:lstStyle/>
        <a:p>
          <a:r>
            <a:rPr lang="en-US" dirty="0"/>
            <a:t>ITM Skills University — School of Future Tech</a:t>
          </a:r>
        </a:p>
      </dgm:t>
    </dgm:pt>
    <dgm:pt modelId="{AC40ABA2-44D7-477B-8295-D161BFC82900}" type="parTrans" cxnId="{5323B822-1E32-449D-BD91-B61155665339}">
      <dgm:prSet/>
      <dgm:spPr/>
      <dgm:t>
        <a:bodyPr/>
        <a:lstStyle/>
        <a:p>
          <a:endParaRPr lang="en-US"/>
        </a:p>
      </dgm:t>
    </dgm:pt>
    <dgm:pt modelId="{6694B954-3503-4645-BB67-2C9C37453935}" type="sibTrans" cxnId="{5323B822-1E32-449D-BD91-B61155665339}">
      <dgm:prSet/>
      <dgm:spPr/>
      <dgm:t>
        <a:bodyPr/>
        <a:lstStyle/>
        <a:p>
          <a:endParaRPr lang="en-US"/>
        </a:p>
      </dgm:t>
    </dgm:pt>
    <dgm:pt modelId="{AB8DE7F8-07A3-F94D-BB62-4F6AAD4C4CBC}" type="pres">
      <dgm:prSet presAssocID="{D123B21C-9F3C-42FC-A105-8B9860ECFDCF}" presName="linear" presStyleCnt="0">
        <dgm:presLayoutVars>
          <dgm:animLvl val="lvl"/>
          <dgm:resizeHandles val="exact"/>
        </dgm:presLayoutVars>
      </dgm:prSet>
      <dgm:spPr/>
    </dgm:pt>
    <dgm:pt modelId="{BE174F7A-6452-A540-BE1F-B248D1A72EB5}" type="pres">
      <dgm:prSet presAssocID="{54A3F7B2-14ED-4E6A-9479-A79ADBFA97E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6DFD4E4-5286-CD4A-841E-3F2B167A781E}" type="pres">
      <dgm:prSet presAssocID="{01402939-0C4B-4D79-B37F-C1268FD974EC}" presName="spacer" presStyleCnt="0"/>
      <dgm:spPr/>
    </dgm:pt>
    <dgm:pt modelId="{D9E75BEE-0989-AC47-89A6-F64F29641744}" type="pres">
      <dgm:prSet presAssocID="{36079B31-F4EC-4564-8270-F5FF7E69561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12DDBAA-A0D3-AC43-8573-8A65BA44FF92}" type="pres">
      <dgm:prSet presAssocID="{4805A4D1-DE81-4B54-8144-4A4D28A88214}" presName="spacer" presStyleCnt="0"/>
      <dgm:spPr/>
    </dgm:pt>
    <dgm:pt modelId="{FD63D7BD-5469-3040-BD66-34A7833410C1}" type="pres">
      <dgm:prSet presAssocID="{DD2189A1-963C-41B4-B405-68B5629075C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C07550E-41C1-C943-98B3-7FE35CC2DAA9}" type="pres">
      <dgm:prSet presAssocID="{820B45F8-8875-4D9C-BD66-8388C0FAEDC0}" presName="spacer" presStyleCnt="0"/>
      <dgm:spPr/>
    </dgm:pt>
    <dgm:pt modelId="{43BCD7CC-B219-E641-ABA5-75BFDCD0EC50}" type="pres">
      <dgm:prSet presAssocID="{0001C816-FA53-407C-853F-A0CA1E6D001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F1257E8-E4F1-B14D-90E1-5C40B4A2BD32}" type="pres">
      <dgm:prSet presAssocID="{592E686D-7BFF-47B6-A827-D8BAAA12D1A6}" presName="spacer" presStyleCnt="0"/>
      <dgm:spPr/>
    </dgm:pt>
    <dgm:pt modelId="{AD8C6CA2-3D12-A24A-8220-429CC36A2151}" type="pres">
      <dgm:prSet presAssocID="{BBB50879-2669-4C89-ACC0-2A5FBD0E8C4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323B822-1E32-449D-BD91-B61155665339}" srcId="{D123B21C-9F3C-42FC-A105-8B9860ECFDCF}" destId="{BBB50879-2669-4C89-ACC0-2A5FBD0E8C4A}" srcOrd="4" destOrd="0" parTransId="{AC40ABA2-44D7-477B-8295-D161BFC82900}" sibTransId="{6694B954-3503-4645-BB67-2C9C37453935}"/>
    <dgm:cxn modelId="{54CD6B2C-7611-8040-B0C1-60C60A8B9979}" type="presOf" srcId="{D123B21C-9F3C-42FC-A105-8B9860ECFDCF}" destId="{AB8DE7F8-07A3-F94D-BB62-4F6AAD4C4CBC}" srcOrd="0" destOrd="0" presId="urn:microsoft.com/office/officeart/2005/8/layout/vList2"/>
    <dgm:cxn modelId="{53803131-0F08-5346-838E-CF40165D6C1B}" type="presOf" srcId="{0001C816-FA53-407C-853F-A0CA1E6D0016}" destId="{43BCD7CC-B219-E641-ABA5-75BFDCD0EC50}" srcOrd="0" destOrd="0" presId="urn:microsoft.com/office/officeart/2005/8/layout/vList2"/>
    <dgm:cxn modelId="{68CE2D80-60DD-498C-AB27-909654EC6716}" srcId="{D123B21C-9F3C-42FC-A105-8B9860ECFDCF}" destId="{DD2189A1-963C-41B4-B405-68B5629075C4}" srcOrd="2" destOrd="0" parTransId="{4DE1C466-AAFC-4127-9837-6039F056CF08}" sibTransId="{820B45F8-8875-4D9C-BD66-8388C0FAEDC0}"/>
    <dgm:cxn modelId="{230A7489-A75C-4286-BC57-0BAD633A5CDF}" srcId="{D123B21C-9F3C-42FC-A105-8B9860ECFDCF}" destId="{54A3F7B2-14ED-4E6A-9479-A79ADBFA97EF}" srcOrd="0" destOrd="0" parTransId="{8BBC369D-53F1-4737-84CC-700E208EF2B5}" sibTransId="{01402939-0C4B-4D79-B37F-C1268FD974EC}"/>
    <dgm:cxn modelId="{1B61188B-929F-DE48-8E02-40ED26A5D05F}" type="presOf" srcId="{36079B31-F4EC-4564-8270-F5FF7E695619}" destId="{D9E75BEE-0989-AC47-89A6-F64F29641744}" srcOrd="0" destOrd="0" presId="urn:microsoft.com/office/officeart/2005/8/layout/vList2"/>
    <dgm:cxn modelId="{44788D8F-2899-2A4B-85EE-47A80603AC4D}" type="presOf" srcId="{54A3F7B2-14ED-4E6A-9479-A79ADBFA97EF}" destId="{BE174F7A-6452-A540-BE1F-B248D1A72EB5}" srcOrd="0" destOrd="0" presId="urn:microsoft.com/office/officeart/2005/8/layout/vList2"/>
    <dgm:cxn modelId="{30B5B6AF-9E50-43B4-9583-6A71756A6475}" srcId="{D123B21C-9F3C-42FC-A105-8B9860ECFDCF}" destId="{36079B31-F4EC-4564-8270-F5FF7E695619}" srcOrd="1" destOrd="0" parTransId="{C423F96F-6A98-402C-AF31-E23FF117D892}" sibTransId="{4805A4D1-DE81-4B54-8144-4A4D28A88214}"/>
    <dgm:cxn modelId="{C95C9CB0-C939-B34C-8818-293B5C0B386A}" type="presOf" srcId="{DD2189A1-963C-41B4-B405-68B5629075C4}" destId="{FD63D7BD-5469-3040-BD66-34A7833410C1}" srcOrd="0" destOrd="0" presId="urn:microsoft.com/office/officeart/2005/8/layout/vList2"/>
    <dgm:cxn modelId="{9ABEB6E2-F474-4819-AF19-0DBC28F603FB}" srcId="{D123B21C-9F3C-42FC-A105-8B9860ECFDCF}" destId="{0001C816-FA53-407C-853F-A0CA1E6D0016}" srcOrd="3" destOrd="0" parTransId="{8BD62D36-8274-42C5-B3CC-4358B3835122}" sibTransId="{592E686D-7BFF-47B6-A827-D8BAAA12D1A6}"/>
    <dgm:cxn modelId="{881C72E8-0DA8-DB4C-AE9B-970504BCF31A}" type="presOf" srcId="{BBB50879-2669-4C89-ACC0-2A5FBD0E8C4A}" destId="{AD8C6CA2-3D12-A24A-8220-429CC36A2151}" srcOrd="0" destOrd="0" presId="urn:microsoft.com/office/officeart/2005/8/layout/vList2"/>
    <dgm:cxn modelId="{9CBEDF71-427C-AC4B-BEA3-A99340C9C50C}" type="presParOf" srcId="{AB8DE7F8-07A3-F94D-BB62-4F6AAD4C4CBC}" destId="{BE174F7A-6452-A540-BE1F-B248D1A72EB5}" srcOrd="0" destOrd="0" presId="urn:microsoft.com/office/officeart/2005/8/layout/vList2"/>
    <dgm:cxn modelId="{D9EE9EA5-16B4-A046-92C6-D64C08CA3371}" type="presParOf" srcId="{AB8DE7F8-07A3-F94D-BB62-4F6AAD4C4CBC}" destId="{A6DFD4E4-5286-CD4A-841E-3F2B167A781E}" srcOrd="1" destOrd="0" presId="urn:microsoft.com/office/officeart/2005/8/layout/vList2"/>
    <dgm:cxn modelId="{37853ADB-A746-554D-9CE6-12714239E92F}" type="presParOf" srcId="{AB8DE7F8-07A3-F94D-BB62-4F6AAD4C4CBC}" destId="{D9E75BEE-0989-AC47-89A6-F64F29641744}" srcOrd="2" destOrd="0" presId="urn:microsoft.com/office/officeart/2005/8/layout/vList2"/>
    <dgm:cxn modelId="{1172B8F6-3C25-FD43-8F5C-FFA3651196DE}" type="presParOf" srcId="{AB8DE7F8-07A3-F94D-BB62-4F6AAD4C4CBC}" destId="{F12DDBAA-A0D3-AC43-8573-8A65BA44FF92}" srcOrd="3" destOrd="0" presId="urn:microsoft.com/office/officeart/2005/8/layout/vList2"/>
    <dgm:cxn modelId="{01C3F16C-AF1B-B441-8960-8F7D609E2E28}" type="presParOf" srcId="{AB8DE7F8-07A3-F94D-BB62-4F6AAD4C4CBC}" destId="{FD63D7BD-5469-3040-BD66-34A7833410C1}" srcOrd="4" destOrd="0" presId="urn:microsoft.com/office/officeart/2005/8/layout/vList2"/>
    <dgm:cxn modelId="{068ABA8E-4069-5B40-B7EC-9303A47A0EB3}" type="presParOf" srcId="{AB8DE7F8-07A3-F94D-BB62-4F6AAD4C4CBC}" destId="{EC07550E-41C1-C943-98B3-7FE35CC2DAA9}" srcOrd="5" destOrd="0" presId="urn:microsoft.com/office/officeart/2005/8/layout/vList2"/>
    <dgm:cxn modelId="{5A81B8D3-38EE-814E-BA5C-6391248208FC}" type="presParOf" srcId="{AB8DE7F8-07A3-F94D-BB62-4F6AAD4C4CBC}" destId="{43BCD7CC-B219-E641-ABA5-75BFDCD0EC50}" srcOrd="6" destOrd="0" presId="urn:microsoft.com/office/officeart/2005/8/layout/vList2"/>
    <dgm:cxn modelId="{AD299B4A-E321-6E47-A04A-FDF752D129CA}" type="presParOf" srcId="{AB8DE7F8-07A3-F94D-BB62-4F6AAD4C4CBC}" destId="{4F1257E8-E4F1-B14D-90E1-5C40B4A2BD32}" srcOrd="7" destOrd="0" presId="urn:microsoft.com/office/officeart/2005/8/layout/vList2"/>
    <dgm:cxn modelId="{A5C33330-4A14-0346-A548-265E097356E1}" type="presParOf" srcId="{AB8DE7F8-07A3-F94D-BB62-4F6AAD4C4CBC}" destId="{AD8C6CA2-3D12-A24A-8220-429CC36A215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878E71-1C05-4E98-B6DF-A9AD84E60D6D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F6D0FE0-FFB9-4936-B3F8-A648A7F634F2}">
      <dgm:prSet/>
      <dgm:spPr/>
      <dgm:t>
        <a:bodyPr/>
        <a:lstStyle/>
        <a:p>
          <a:r>
            <a:rPr lang="en-US"/>
            <a:t>1. Introduction</a:t>
          </a:r>
        </a:p>
      </dgm:t>
    </dgm:pt>
    <dgm:pt modelId="{69DA45D6-6ED7-471D-8FF9-D7B21324E621}" type="parTrans" cxnId="{B46F0EDF-F68D-46CE-84DF-4BA8DB676CDD}">
      <dgm:prSet/>
      <dgm:spPr/>
      <dgm:t>
        <a:bodyPr/>
        <a:lstStyle/>
        <a:p>
          <a:endParaRPr lang="en-US"/>
        </a:p>
      </dgm:t>
    </dgm:pt>
    <dgm:pt modelId="{56CF3770-4533-4EC5-BD59-3F67A8A65E8C}" type="sibTrans" cxnId="{B46F0EDF-F68D-46CE-84DF-4BA8DB676CDD}">
      <dgm:prSet/>
      <dgm:spPr/>
      <dgm:t>
        <a:bodyPr/>
        <a:lstStyle/>
        <a:p>
          <a:endParaRPr lang="en-US"/>
        </a:p>
      </dgm:t>
    </dgm:pt>
    <dgm:pt modelId="{D81A3448-1DAE-4473-9178-62DE5A0070B7}">
      <dgm:prSet/>
      <dgm:spPr/>
      <dgm:t>
        <a:bodyPr/>
        <a:lstStyle/>
        <a:p>
          <a:r>
            <a:rPr lang="en-US"/>
            <a:t>2. Problem Statement</a:t>
          </a:r>
        </a:p>
      </dgm:t>
    </dgm:pt>
    <dgm:pt modelId="{AECC55B6-FAE2-496F-9C36-B64EFA26649D}" type="parTrans" cxnId="{D1DB8BEA-E902-4FBA-8C25-2EAA56E863BE}">
      <dgm:prSet/>
      <dgm:spPr/>
      <dgm:t>
        <a:bodyPr/>
        <a:lstStyle/>
        <a:p>
          <a:endParaRPr lang="en-US"/>
        </a:p>
      </dgm:t>
    </dgm:pt>
    <dgm:pt modelId="{1AE52949-7FF3-4A8C-85BC-8997F93075A9}" type="sibTrans" cxnId="{D1DB8BEA-E902-4FBA-8C25-2EAA56E863BE}">
      <dgm:prSet/>
      <dgm:spPr/>
      <dgm:t>
        <a:bodyPr/>
        <a:lstStyle/>
        <a:p>
          <a:endParaRPr lang="en-US"/>
        </a:p>
      </dgm:t>
    </dgm:pt>
    <dgm:pt modelId="{326BF59B-95A1-4409-BB3A-08214DFA5736}">
      <dgm:prSet/>
      <dgm:spPr/>
      <dgm:t>
        <a:bodyPr/>
        <a:lstStyle/>
        <a:p>
          <a:r>
            <a:rPr lang="en-US"/>
            <a:t>3. Methods &amp; Algorithms</a:t>
          </a:r>
        </a:p>
      </dgm:t>
    </dgm:pt>
    <dgm:pt modelId="{8868CEFF-6E30-4645-97F6-16E33DFAFEEB}" type="parTrans" cxnId="{36930C5A-84D3-4303-9858-1A6AF818DA75}">
      <dgm:prSet/>
      <dgm:spPr/>
      <dgm:t>
        <a:bodyPr/>
        <a:lstStyle/>
        <a:p>
          <a:endParaRPr lang="en-US"/>
        </a:p>
      </dgm:t>
    </dgm:pt>
    <dgm:pt modelId="{A6F0A590-15AC-4104-80EC-D2BA2F1D7FB8}" type="sibTrans" cxnId="{36930C5A-84D3-4303-9858-1A6AF818DA75}">
      <dgm:prSet/>
      <dgm:spPr/>
      <dgm:t>
        <a:bodyPr/>
        <a:lstStyle/>
        <a:p>
          <a:endParaRPr lang="en-US"/>
        </a:p>
      </dgm:t>
    </dgm:pt>
    <dgm:pt modelId="{6063C472-15B8-472B-A7B4-A7612EB34E44}">
      <dgm:prSet/>
      <dgm:spPr/>
      <dgm:t>
        <a:bodyPr/>
        <a:lstStyle/>
        <a:p>
          <a:r>
            <a:rPr lang="en-US"/>
            <a:t>4. Results &amp; Conclusion</a:t>
          </a:r>
        </a:p>
      </dgm:t>
    </dgm:pt>
    <dgm:pt modelId="{DB17B100-DEF5-4AE3-A621-0B07F7AC795D}" type="parTrans" cxnId="{99D1D4E7-73AA-4A79-989C-89DE47B9019F}">
      <dgm:prSet/>
      <dgm:spPr/>
      <dgm:t>
        <a:bodyPr/>
        <a:lstStyle/>
        <a:p>
          <a:endParaRPr lang="en-US"/>
        </a:p>
      </dgm:t>
    </dgm:pt>
    <dgm:pt modelId="{04FA5D4C-158B-46D8-83FF-5E420A7A615E}" type="sibTrans" cxnId="{99D1D4E7-73AA-4A79-989C-89DE47B9019F}">
      <dgm:prSet/>
      <dgm:spPr/>
      <dgm:t>
        <a:bodyPr/>
        <a:lstStyle/>
        <a:p>
          <a:endParaRPr lang="en-US"/>
        </a:p>
      </dgm:t>
    </dgm:pt>
    <dgm:pt modelId="{D26EC170-9586-C643-8721-72070B0F019C}" type="pres">
      <dgm:prSet presAssocID="{D2878E71-1C05-4E98-B6DF-A9AD84E60D6D}" presName="linear" presStyleCnt="0">
        <dgm:presLayoutVars>
          <dgm:dir/>
          <dgm:animLvl val="lvl"/>
          <dgm:resizeHandles val="exact"/>
        </dgm:presLayoutVars>
      </dgm:prSet>
      <dgm:spPr/>
    </dgm:pt>
    <dgm:pt modelId="{5FC0205C-E2C9-C242-BB44-E9BAEC8077E0}" type="pres">
      <dgm:prSet presAssocID="{AF6D0FE0-FFB9-4936-B3F8-A648A7F634F2}" presName="parentLin" presStyleCnt="0"/>
      <dgm:spPr/>
    </dgm:pt>
    <dgm:pt modelId="{15C56002-C93A-8E44-8434-0AA157715D3D}" type="pres">
      <dgm:prSet presAssocID="{AF6D0FE0-FFB9-4936-B3F8-A648A7F634F2}" presName="parentLeftMargin" presStyleLbl="node1" presStyleIdx="0" presStyleCnt="4"/>
      <dgm:spPr/>
    </dgm:pt>
    <dgm:pt modelId="{55EF08E2-F772-4E47-ABD1-391BFB655872}" type="pres">
      <dgm:prSet presAssocID="{AF6D0FE0-FFB9-4936-B3F8-A648A7F634F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60BBB04-44A0-1C45-BCCD-79D809AA99C3}" type="pres">
      <dgm:prSet presAssocID="{AF6D0FE0-FFB9-4936-B3F8-A648A7F634F2}" presName="negativeSpace" presStyleCnt="0"/>
      <dgm:spPr/>
    </dgm:pt>
    <dgm:pt modelId="{0E68A99C-0E0D-A247-860F-58B1921CC999}" type="pres">
      <dgm:prSet presAssocID="{AF6D0FE0-FFB9-4936-B3F8-A648A7F634F2}" presName="childText" presStyleLbl="conFgAcc1" presStyleIdx="0" presStyleCnt="4">
        <dgm:presLayoutVars>
          <dgm:bulletEnabled val="1"/>
        </dgm:presLayoutVars>
      </dgm:prSet>
      <dgm:spPr/>
    </dgm:pt>
    <dgm:pt modelId="{641903D7-5BAB-2747-AD8E-CDA43FE05836}" type="pres">
      <dgm:prSet presAssocID="{56CF3770-4533-4EC5-BD59-3F67A8A65E8C}" presName="spaceBetweenRectangles" presStyleCnt="0"/>
      <dgm:spPr/>
    </dgm:pt>
    <dgm:pt modelId="{389AB224-4E07-C84F-8C1D-4CF7C07581FD}" type="pres">
      <dgm:prSet presAssocID="{D81A3448-1DAE-4473-9178-62DE5A0070B7}" presName="parentLin" presStyleCnt="0"/>
      <dgm:spPr/>
    </dgm:pt>
    <dgm:pt modelId="{3C0080F0-7570-A342-884C-FC82060E608B}" type="pres">
      <dgm:prSet presAssocID="{D81A3448-1DAE-4473-9178-62DE5A0070B7}" presName="parentLeftMargin" presStyleLbl="node1" presStyleIdx="0" presStyleCnt="4"/>
      <dgm:spPr/>
    </dgm:pt>
    <dgm:pt modelId="{F52FA285-9239-2048-9568-2F592E664905}" type="pres">
      <dgm:prSet presAssocID="{D81A3448-1DAE-4473-9178-62DE5A0070B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685CDC5-4382-244C-917D-E0E2C9E6593E}" type="pres">
      <dgm:prSet presAssocID="{D81A3448-1DAE-4473-9178-62DE5A0070B7}" presName="negativeSpace" presStyleCnt="0"/>
      <dgm:spPr/>
    </dgm:pt>
    <dgm:pt modelId="{B37264FD-149C-2247-8BA6-7A9D99B836C6}" type="pres">
      <dgm:prSet presAssocID="{D81A3448-1DAE-4473-9178-62DE5A0070B7}" presName="childText" presStyleLbl="conFgAcc1" presStyleIdx="1" presStyleCnt="4">
        <dgm:presLayoutVars>
          <dgm:bulletEnabled val="1"/>
        </dgm:presLayoutVars>
      </dgm:prSet>
      <dgm:spPr/>
    </dgm:pt>
    <dgm:pt modelId="{2BE3157A-B649-3542-92D8-8ECC991EF971}" type="pres">
      <dgm:prSet presAssocID="{1AE52949-7FF3-4A8C-85BC-8997F93075A9}" presName="spaceBetweenRectangles" presStyleCnt="0"/>
      <dgm:spPr/>
    </dgm:pt>
    <dgm:pt modelId="{183829E1-2538-3B47-A066-7CC388A93F41}" type="pres">
      <dgm:prSet presAssocID="{326BF59B-95A1-4409-BB3A-08214DFA5736}" presName="parentLin" presStyleCnt="0"/>
      <dgm:spPr/>
    </dgm:pt>
    <dgm:pt modelId="{6DDB8F10-C3C5-204C-A65D-0E46CCDFF699}" type="pres">
      <dgm:prSet presAssocID="{326BF59B-95A1-4409-BB3A-08214DFA5736}" presName="parentLeftMargin" presStyleLbl="node1" presStyleIdx="1" presStyleCnt="4"/>
      <dgm:spPr/>
    </dgm:pt>
    <dgm:pt modelId="{5D4514F4-0A5D-184F-A7D1-5784A4C62141}" type="pres">
      <dgm:prSet presAssocID="{326BF59B-95A1-4409-BB3A-08214DFA573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A3C54BF-BB64-664F-9D21-A2B06FFBDC5B}" type="pres">
      <dgm:prSet presAssocID="{326BF59B-95A1-4409-BB3A-08214DFA5736}" presName="negativeSpace" presStyleCnt="0"/>
      <dgm:spPr/>
    </dgm:pt>
    <dgm:pt modelId="{4E45F7CE-E3D2-7B4F-836F-B308CCAA7197}" type="pres">
      <dgm:prSet presAssocID="{326BF59B-95A1-4409-BB3A-08214DFA5736}" presName="childText" presStyleLbl="conFgAcc1" presStyleIdx="2" presStyleCnt="4">
        <dgm:presLayoutVars>
          <dgm:bulletEnabled val="1"/>
        </dgm:presLayoutVars>
      </dgm:prSet>
      <dgm:spPr/>
    </dgm:pt>
    <dgm:pt modelId="{8EF3B26F-1489-074C-9891-D1CAD4433D38}" type="pres">
      <dgm:prSet presAssocID="{A6F0A590-15AC-4104-80EC-D2BA2F1D7FB8}" presName="spaceBetweenRectangles" presStyleCnt="0"/>
      <dgm:spPr/>
    </dgm:pt>
    <dgm:pt modelId="{19ACDB33-BCDD-F343-B644-D9F01844FBD2}" type="pres">
      <dgm:prSet presAssocID="{6063C472-15B8-472B-A7B4-A7612EB34E44}" presName="parentLin" presStyleCnt="0"/>
      <dgm:spPr/>
    </dgm:pt>
    <dgm:pt modelId="{B0103D39-6DE2-C64A-9AA4-FA7AE842A920}" type="pres">
      <dgm:prSet presAssocID="{6063C472-15B8-472B-A7B4-A7612EB34E44}" presName="parentLeftMargin" presStyleLbl="node1" presStyleIdx="2" presStyleCnt="4"/>
      <dgm:spPr/>
    </dgm:pt>
    <dgm:pt modelId="{4EEB9055-EEAD-0140-9A45-1584837F1F0B}" type="pres">
      <dgm:prSet presAssocID="{6063C472-15B8-472B-A7B4-A7612EB34E4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F879A04-F6D2-4744-AAA1-ACDCEAC260BC}" type="pres">
      <dgm:prSet presAssocID="{6063C472-15B8-472B-A7B4-A7612EB34E44}" presName="negativeSpace" presStyleCnt="0"/>
      <dgm:spPr/>
    </dgm:pt>
    <dgm:pt modelId="{697698F6-3CBB-8C4A-B255-7EEF77A4CD9D}" type="pres">
      <dgm:prSet presAssocID="{6063C472-15B8-472B-A7B4-A7612EB34E44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355D6512-45F8-4A45-872D-816B1E5F7679}" type="presOf" srcId="{D81A3448-1DAE-4473-9178-62DE5A0070B7}" destId="{F52FA285-9239-2048-9568-2F592E664905}" srcOrd="1" destOrd="0" presId="urn:microsoft.com/office/officeart/2005/8/layout/list1"/>
    <dgm:cxn modelId="{E2F87D17-A01A-3944-A8AD-558ADDA12845}" type="presOf" srcId="{AF6D0FE0-FFB9-4936-B3F8-A648A7F634F2}" destId="{15C56002-C93A-8E44-8434-0AA157715D3D}" srcOrd="0" destOrd="0" presId="urn:microsoft.com/office/officeart/2005/8/layout/list1"/>
    <dgm:cxn modelId="{AC80742A-AFEC-2C41-A7A0-ABD99FB7EADD}" type="presOf" srcId="{AF6D0FE0-FFB9-4936-B3F8-A648A7F634F2}" destId="{55EF08E2-F772-4E47-ABD1-391BFB655872}" srcOrd="1" destOrd="0" presId="urn:microsoft.com/office/officeart/2005/8/layout/list1"/>
    <dgm:cxn modelId="{3FC57A48-5BD1-454B-82FD-512029947670}" type="presOf" srcId="{D2878E71-1C05-4E98-B6DF-A9AD84E60D6D}" destId="{D26EC170-9586-C643-8721-72070B0F019C}" srcOrd="0" destOrd="0" presId="urn:microsoft.com/office/officeart/2005/8/layout/list1"/>
    <dgm:cxn modelId="{36930C5A-84D3-4303-9858-1A6AF818DA75}" srcId="{D2878E71-1C05-4E98-B6DF-A9AD84E60D6D}" destId="{326BF59B-95A1-4409-BB3A-08214DFA5736}" srcOrd="2" destOrd="0" parTransId="{8868CEFF-6E30-4645-97F6-16E33DFAFEEB}" sibTransId="{A6F0A590-15AC-4104-80EC-D2BA2F1D7FB8}"/>
    <dgm:cxn modelId="{3857E48A-7140-9A45-82A2-638C63B74A6A}" type="presOf" srcId="{326BF59B-95A1-4409-BB3A-08214DFA5736}" destId="{5D4514F4-0A5D-184F-A7D1-5784A4C62141}" srcOrd="1" destOrd="0" presId="urn:microsoft.com/office/officeart/2005/8/layout/list1"/>
    <dgm:cxn modelId="{86D815BB-2A96-DA4F-8061-113BF84DC6C7}" type="presOf" srcId="{6063C472-15B8-472B-A7B4-A7612EB34E44}" destId="{4EEB9055-EEAD-0140-9A45-1584837F1F0B}" srcOrd="1" destOrd="0" presId="urn:microsoft.com/office/officeart/2005/8/layout/list1"/>
    <dgm:cxn modelId="{162BE9BF-C6EE-C744-A076-B1FAEFF01ED7}" type="presOf" srcId="{326BF59B-95A1-4409-BB3A-08214DFA5736}" destId="{6DDB8F10-C3C5-204C-A65D-0E46CCDFF699}" srcOrd="0" destOrd="0" presId="urn:microsoft.com/office/officeart/2005/8/layout/list1"/>
    <dgm:cxn modelId="{23C608C9-99B2-5247-8C2A-14C24B0E377E}" type="presOf" srcId="{D81A3448-1DAE-4473-9178-62DE5A0070B7}" destId="{3C0080F0-7570-A342-884C-FC82060E608B}" srcOrd="0" destOrd="0" presId="urn:microsoft.com/office/officeart/2005/8/layout/list1"/>
    <dgm:cxn modelId="{B46F0EDF-F68D-46CE-84DF-4BA8DB676CDD}" srcId="{D2878E71-1C05-4E98-B6DF-A9AD84E60D6D}" destId="{AF6D0FE0-FFB9-4936-B3F8-A648A7F634F2}" srcOrd="0" destOrd="0" parTransId="{69DA45D6-6ED7-471D-8FF9-D7B21324E621}" sibTransId="{56CF3770-4533-4EC5-BD59-3F67A8A65E8C}"/>
    <dgm:cxn modelId="{99D1D4E7-73AA-4A79-989C-89DE47B9019F}" srcId="{D2878E71-1C05-4E98-B6DF-A9AD84E60D6D}" destId="{6063C472-15B8-472B-A7B4-A7612EB34E44}" srcOrd="3" destOrd="0" parTransId="{DB17B100-DEF5-4AE3-A621-0B07F7AC795D}" sibTransId="{04FA5D4C-158B-46D8-83FF-5E420A7A615E}"/>
    <dgm:cxn modelId="{D1DB8BEA-E902-4FBA-8C25-2EAA56E863BE}" srcId="{D2878E71-1C05-4E98-B6DF-A9AD84E60D6D}" destId="{D81A3448-1DAE-4473-9178-62DE5A0070B7}" srcOrd="1" destOrd="0" parTransId="{AECC55B6-FAE2-496F-9C36-B64EFA26649D}" sibTransId="{1AE52949-7FF3-4A8C-85BC-8997F93075A9}"/>
    <dgm:cxn modelId="{AAE38CF0-7909-7A40-B49C-56F9A2B3544E}" type="presOf" srcId="{6063C472-15B8-472B-A7B4-A7612EB34E44}" destId="{B0103D39-6DE2-C64A-9AA4-FA7AE842A920}" srcOrd="0" destOrd="0" presId="urn:microsoft.com/office/officeart/2005/8/layout/list1"/>
    <dgm:cxn modelId="{BCF56C49-E7CA-E348-AD09-8CA510601454}" type="presParOf" srcId="{D26EC170-9586-C643-8721-72070B0F019C}" destId="{5FC0205C-E2C9-C242-BB44-E9BAEC8077E0}" srcOrd="0" destOrd="0" presId="urn:microsoft.com/office/officeart/2005/8/layout/list1"/>
    <dgm:cxn modelId="{0BB9898D-C9F1-184E-843E-D5302561E1EE}" type="presParOf" srcId="{5FC0205C-E2C9-C242-BB44-E9BAEC8077E0}" destId="{15C56002-C93A-8E44-8434-0AA157715D3D}" srcOrd="0" destOrd="0" presId="urn:microsoft.com/office/officeart/2005/8/layout/list1"/>
    <dgm:cxn modelId="{A0554B5C-89CF-7E48-986E-7312BD5BAA32}" type="presParOf" srcId="{5FC0205C-E2C9-C242-BB44-E9BAEC8077E0}" destId="{55EF08E2-F772-4E47-ABD1-391BFB655872}" srcOrd="1" destOrd="0" presId="urn:microsoft.com/office/officeart/2005/8/layout/list1"/>
    <dgm:cxn modelId="{7312E29F-B619-E442-B85F-51624A6C655F}" type="presParOf" srcId="{D26EC170-9586-C643-8721-72070B0F019C}" destId="{F60BBB04-44A0-1C45-BCCD-79D809AA99C3}" srcOrd="1" destOrd="0" presId="urn:microsoft.com/office/officeart/2005/8/layout/list1"/>
    <dgm:cxn modelId="{A5030D01-DD2A-B246-8EB2-4D91E8DBF864}" type="presParOf" srcId="{D26EC170-9586-C643-8721-72070B0F019C}" destId="{0E68A99C-0E0D-A247-860F-58B1921CC999}" srcOrd="2" destOrd="0" presId="urn:microsoft.com/office/officeart/2005/8/layout/list1"/>
    <dgm:cxn modelId="{B7004267-E122-1443-AD53-6AC2BB9F7F01}" type="presParOf" srcId="{D26EC170-9586-C643-8721-72070B0F019C}" destId="{641903D7-5BAB-2747-AD8E-CDA43FE05836}" srcOrd="3" destOrd="0" presId="urn:microsoft.com/office/officeart/2005/8/layout/list1"/>
    <dgm:cxn modelId="{A6F96629-84C2-6649-8F55-D45BCF8961CB}" type="presParOf" srcId="{D26EC170-9586-C643-8721-72070B0F019C}" destId="{389AB224-4E07-C84F-8C1D-4CF7C07581FD}" srcOrd="4" destOrd="0" presId="urn:microsoft.com/office/officeart/2005/8/layout/list1"/>
    <dgm:cxn modelId="{BCF9CFFC-70D6-1B43-B1B0-6FAA11280D33}" type="presParOf" srcId="{389AB224-4E07-C84F-8C1D-4CF7C07581FD}" destId="{3C0080F0-7570-A342-884C-FC82060E608B}" srcOrd="0" destOrd="0" presId="urn:microsoft.com/office/officeart/2005/8/layout/list1"/>
    <dgm:cxn modelId="{040DB8F6-4BC8-044C-80AB-2305FAC1E2CD}" type="presParOf" srcId="{389AB224-4E07-C84F-8C1D-4CF7C07581FD}" destId="{F52FA285-9239-2048-9568-2F592E664905}" srcOrd="1" destOrd="0" presId="urn:microsoft.com/office/officeart/2005/8/layout/list1"/>
    <dgm:cxn modelId="{73A72016-749D-4546-A98E-2EE55A4956F1}" type="presParOf" srcId="{D26EC170-9586-C643-8721-72070B0F019C}" destId="{E685CDC5-4382-244C-917D-E0E2C9E6593E}" srcOrd="5" destOrd="0" presId="urn:microsoft.com/office/officeart/2005/8/layout/list1"/>
    <dgm:cxn modelId="{F2D1B1BF-6AEF-EC46-80D8-5EF9F56F06C3}" type="presParOf" srcId="{D26EC170-9586-C643-8721-72070B0F019C}" destId="{B37264FD-149C-2247-8BA6-7A9D99B836C6}" srcOrd="6" destOrd="0" presId="urn:microsoft.com/office/officeart/2005/8/layout/list1"/>
    <dgm:cxn modelId="{4BEA953E-654A-6F42-B3DF-1A99DCC37CC2}" type="presParOf" srcId="{D26EC170-9586-C643-8721-72070B0F019C}" destId="{2BE3157A-B649-3542-92D8-8ECC991EF971}" srcOrd="7" destOrd="0" presId="urn:microsoft.com/office/officeart/2005/8/layout/list1"/>
    <dgm:cxn modelId="{CE4B7382-633E-7B49-B5E9-FF80A1E8878C}" type="presParOf" srcId="{D26EC170-9586-C643-8721-72070B0F019C}" destId="{183829E1-2538-3B47-A066-7CC388A93F41}" srcOrd="8" destOrd="0" presId="urn:microsoft.com/office/officeart/2005/8/layout/list1"/>
    <dgm:cxn modelId="{C52881F6-001A-764F-9EBE-41D63C055385}" type="presParOf" srcId="{183829E1-2538-3B47-A066-7CC388A93F41}" destId="{6DDB8F10-C3C5-204C-A65D-0E46CCDFF699}" srcOrd="0" destOrd="0" presId="urn:microsoft.com/office/officeart/2005/8/layout/list1"/>
    <dgm:cxn modelId="{09C7F369-2DCC-BA4A-8F7A-A69FC8FF1BFD}" type="presParOf" srcId="{183829E1-2538-3B47-A066-7CC388A93F41}" destId="{5D4514F4-0A5D-184F-A7D1-5784A4C62141}" srcOrd="1" destOrd="0" presId="urn:microsoft.com/office/officeart/2005/8/layout/list1"/>
    <dgm:cxn modelId="{07AB34EB-D805-7A4C-8AEE-307D02AF5B9C}" type="presParOf" srcId="{D26EC170-9586-C643-8721-72070B0F019C}" destId="{EA3C54BF-BB64-664F-9D21-A2B06FFBDC5B}" srcOrd="9" destOrd="0" presId="urn:microsoft.com/office/officeart/2005/8/layout/list1"/>
    <dgm:cxn modelId="{8DC367AE-AE3E-B244-9F3C-EFB8CAE57000}" type="presParOf" srcId="{D26EC170-9586-C643-8721-72070B0F019C}" destId="{4E45F7CE-E3D2-7B4F-836F-B308CCAA7197}" srcOrd="10" destOrd="0" presId="urn:microsoft.com/office/officeart/2005/8/layout/list1"/>
    <dgm:cxn modelId="{04DF6D01-6BD9-A343-B08A-EF8D0B35C1E3}" type="presParOf" srcId="{D26EC170-9586-C643-8721-72070B0F019C}" destId="{8EF3B26F-1489-074C-9891-D1CAD4433D38}" srcOrd="11" destOrd="0" presId="urn:microsoft.com/office/officeart/2005/8/layout/list1"/>
    <dgm:cxn modelId="{687141A6-5C31-924F-915C-333024105491}" type="presParOf" srcId="{D26EC170-9586-C643-8721-72070B0F019C}" destId="{19ACDB33-BCDD-F343-B644-D9F01844FBD2}" srcOrd="12" destOrd="0" presId="urn:microsoft.com/office/officeart/2005/8/layout/list1"/>
    <dgm:cxn modelId="{DDE40053-638E-DE41-A423-6EE71BB93172}" type="presParOf" srcId="{19ACDB33-BCDD-F343-B644-D9F01844FBD2}" destId="{B0103D39-6DE2-C64A-9AA4-FA7AE842A920}" srcOrd="0" destOrd="0" presId="urn:microsoft.com/office/officeart/2005/8/layout/list1"/>
    <dgm:cxn modelId="{5695A5E4-79AD-9C4D-91E1-E4862C6CC6D4}" type="presParOf" srcId="{19ACDB33-BCDD-F343-B644-D9F01844FBD2}" destId="{4EEB9055-EEAD-0140-9A45-1584837F1F0B}" srcOrd="1" destOrd="0" presId="urn:microsoft.com/office/officeart/2005/8/layout/list1"/>
    <dgm:cxn modelId="{F9B8CA46-46D9-9146-A4BE-1049B1414435}" type="presParOf" srcId="{D26EC170-9586-C643-8721-72070B0F019C}" destId="{2F879A04-F6D2-4744-AAA1-ACDCEAC260BC}" srcOrd="13" destOrd="0" presId="urn:microsoft.com/office/officeart/2005/8/layout/list1"/>
    <dgm:cxn modelId="{C13E9015-7E1D-BE4F-8769-8D87AF737B65}" type="presParOf" srcId="{D26EC170-9586-C643-8721-72070B0F019C}" destId="{697698F6-3CBB-8C4A-B255-7EEF77A4CD9D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C791B3-EC9F-42B6-8CC8-E02D07CC822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B00E6FE-842F-4106-B364-5FA94A3BD983}">
      <dgm:prSet/>
      <dgm:spPr/>
      <dgm:t>
        <a:bodyPr/>
        <a:lstStyle/>
        <a:p>
          <a:r>
            <a:rPr lang="en-US"/>
            <a:t>Console-based Course Registration System implemented in C++</a:t>
          </a:r>
        </a:p>
      </dgm:t>
    </dgm:pt>
    <dgm:pt modelId="{61BA096B-9F30-44DD-A494-2201F57ABB0C}" type="parTrans" cxnId="{E546816B-05F3-4C79-B863-EE437F11CBB1}">
      <dgm:prSet/>
      <dgm:spPr/>
      <dgm:t>
        <a:bodyPr/>
        <a:lstStyle/>
        <a:p>
          <a:endParaRPr lang="en-US"/>
        </a:p>
      </dgm:t>
    </dgm:pt>
    <dgm:pt modelId="{3A14CC14-69E5-49DC-A370-797F13AABD34}" type="sibTrans" cxnId="{E546816B-05F3-4C79-B863-EE437F11CBB1}">
      <dgm:prSet/>
      <dgm:spPr/>
      <dgm:t>
        <a:bodyPr/>
        <a:lstStyle/>
        <a:p>
          <a:endParaRPr lang="en-US"/>
        </a:p>
      </dgm:t>
    </dgm:pt>
    <dgm:pt modelId="{4FADCD60-D713-4F68-9CD4-E83310150A34}">
      <dgm:prSet/>
      <dgm:spPr/>
      <dgm:t>
        <a:bodyPr/>
        <a:lstStyle/>
        <a:p>
          <a:r>
            <a:rPr lang="en-US"/>
            <a:t>Simulates a simplified university enrollment process</a:t>
          </a:r>
        </a:p>
      </dgm:t>
    </dgm:pt>
    <dgm:pt modelId="{8CBA0558-A8A9-49E7-B001-4F0ED6D20FF5}" type="parTrans" cxnId="{8FBA1038-3BEF-4415-A966-A578DD605847}">
      <dgm:prSet/>
      <dgm:spPr/>
      <dgm:t>
        <a:bodyPr/>
        <a:lstStyle/>
        <a:p>
          <a:endParaRPr lang="en-US"/>
        </a:p>
      </dgm:t>
    </dgm:pt>
    <dgm:pt modelId="{31C7F04B-B807-4F17-A5EF-0BDA43FBE724}" type="sibTrans" cxnId="{8FBA1038-3BEF-4415-A966-A578DD605847}">
      <dgm:prSet/>
      <dgm:spPr/>
      <dgm:t>
        <a:bodyPr/>
        <a:lstStyle/>
        <a:p>
          <a:endParaRPr lang="en-US"/>
        </a:p>
      </dgm:t>
    </dgm:pt>
    <dgm:pt modelId="{C6A8F531-CDE8-4D34-BE31-7F93493EB75F}">
      <dgm:prSet/>
      <dgm:spPr/>
      <dgm:t>
        <a:bodyPr/>
        <a:lstStyle/>
        <a:p>
          <a:r>
            <a:rPr lang="en-US"/>
            <a:t>Menu-driven interface </a:t>
          </a:r>
        </a:p>
      </dgm:t>
    </dgm:pt>
    <dgm:pt modelId="{E4D572B5-D905-4557-B737-F78C455BD153}" type="parTrans" cxnId="{63F62DC7-39CD-4092-B4E4-A4C17BB0DD06}">
      <dgm:prSet/>
      <dgm:spPr/>
      <dgm:t>
        <a:bodyPr/>
        <a:lstStyle/>
        <a:p>
          <a:endParaRPr lang="en-US"/>
        </a:p>
      </dgm:t>
    </dgm:pt>
    <dgm:pt modelId="{374BF481-1CD9-4183-9C30-E57BE2E6CD9D}" type="sibTrans" cxnId="{63F62DC7-39CD-4092-B4E4-A4C17BB0DD06}">
      <dgm:prSet/>
      <dgm:spPr/>
      <dgm:t>
        <a:bodyPr/>
        <a:lstStyle/>
        <a:p>
          <a:endParaRPr lang="en-US"/>
        </a:p>
      </dgm:t>
    </dgm:pt>
    <dgm:pt modelId="{DA17F9BC-0449-40B4-B192-53B8F9D2C0E1}">
      <dgm:prSet/>
      <dgm:spPr/>
      <dgm:t>
        <a:bodyPr/>
        <a:lstStyle/>
        <a:p>
          <a:r>
            <a:rPr lang="en-US"/>
            <a:t>• View available courses</a:t>
          </a:r>
        </a:p>
      </dgm:t>
    </dgm:pt>
    <dgm:pt modelId="{1D739A94-4AD4-41B8-B932-CFE7C19CED68}" type="parTrans" cxnId="{899315D0-DFF7-4468-89CD-869BBB4E4811}">
      <dgm:prSet/>
      <dgm:spPr/>
      <dgm:t>
        <a:bodyPr/>
        <a:lstStyle/>
        <a:p>
          <a:endParaRPr lang="en-US"/>
        </a:p>
      </dgm:t>
    </dgm:pt>
    <dgm:pt modelId="{483BABC8-EB7C-40E0-A070-63A6B512B100}" type="sibTrans" cxnId="{899315D0-DFF7-4468-89CD-869BBB4E4811}">
      <dgm:prSet/>
      <dgm:spPr/>
      <dgm:t>
        <a:bodyPr/>
        <a:lstStyle/>
        <a:p>
          <a:endParaRPr lang="en-US"/>
        </a:p>
      </dgm:t>
    </dgm:pt>
    <dgm:pt modelId="{E20404EE-650F-458C-BEEF-16E6383A4A54}">
      <dgm:prSet/>
      <dgm:spPr/>
      <dgm:t>
        <a:bodyPr/>
        <a:lstStyle/>
        <a:p>
          <a:r>
            <a:rPr lang="en-US"/>
            <a:t>• Register for courses</a:t>
          </a:r>
        </a:p>
      </dgm:t>
    </dgm:pt>
    <dgm:pt modelId="{55465837-343F-47B2-AF24-BBDF96FB51C9}" type="parTrans" cxnId="{D63985B4-438C-4C2C-ABB7-589152591175}">
      <dgm:prSet/>
      <dgm:spPr/>
      <dgm:t>
        <a:bodyPr/>
        <a:lstStyle/>
        <a:p>
          <a:endParaRPr lang="en-US"/>
        </a:p>
      </dgm:t>
    </dgm:pt>
    <dgm:pt modelId="{BE086389-FA97-4409-8580-67C10A82A077}" type="sibTrans" cxnId="{D63985B4-438C-4C2C-ABB7-589152591175}">
      <dgm:prSet/>
      <dgm:spPr/>
      <dgm:t>
        <a:bodyPr/>
        <a:lstStyle/>
        <a:p>
          <a:endParaRPr lang="en-US"/>
        </a:p>
      </dgm:t>
    </dgm:pt>
    <dgm:pt modelId="{9F4895C9-D9E9-414C-8774-6B18F94E9646}">
      <dgm:prSet/>
      <dgm:spPr/>
      <dgm:t>
        <a:bodyPr/>
        <a:lstStyle/>
        <a:p>
          <a:r>
            <a:rPr lang="en-US"/>
            <a:t>• Drop courses</a:t>
          </a:r>
        </a:p>
      </dgm:t>
    </dgm:pt>
    <dgm:pt modelId="{6E792B4C-634C-4205-A53A-A8AFB7734E94}" type="parTrans" cxnId="{C2D0920E-164A-4F90-A049-BDEE13406168}">
      <dgm:prSet/>
      <dgm:spPr/>
      <dgm:t>
        <a:bodyPr/>
        <a:lstStyle/>
        <a:p>
          <a:endParaRPr lang="en-US"/>
        </a:p>
      </dgm:t>
    </dgm:pt>
    <dgm:pt modelId="{B27E8295-7726-486F-9E50-46B4929B7975}" type="sibTrans" cxnId="{C2D0920E-164A-4F90-A049-BDEE13406168}">
      <dgm:prSet/>
      <dgm:spPr/>
      <dgm:t>
        <a:bodyPr/>
        <a:lstStyle/>
        <a:p>
          <a:endParaRPr lang="en-US"/>
        </a:p>
      </dgm:t>
    </dgm:pt>
    <dgm:pt modelId="{1E6F79D3-D87A-401E-A300-190E42316D59}">
      <dgm:prSet/>
      <dgm:spPr/>
      <dgm:t>
        <a:bodyPr/>
        <a:lstStyle/>
        <a:p>
          <a:r>
            <a:rPr lang="en-US"/>
            <a:t>• View registered courses</a:t>
          </a:r>
        </a:p>
      </dgm:t>
    </dgm:pt>
    <dgm:pt modelId="{2E394813-0AEC-4B86-922F-7CD37B1F28DD}" type="parTrans" cxnId="{9A8D6E11-E2E4-4115-AC12-B8C0201D2C03}">
      <dgm:prSet/>
      <dgm:spPr/>
      <dgm:t>
        <a:bodyPr/>
        <a:lstStyle/>
        <a:p>
          <a:endParaRPr lang="en-US"/>
        </a:p>
      </dgm:t>
    </dgm:pt>
    <dgm:pt modelId="{D3145BB8-42AD-49F1-84CA-7CDB1115B448}" type="sibTrans" cxnId="{9A8D6E11-E2E4-4115-AC12-B8C0201D2C03}">
      <dgm:prSet/>
      <dgm:spPr/>
      <dgm:t>
        <a:bodyPr/>
        <a:lstStyle/>
        <a:p>
          <a:endParaRPr lang="en-US"/>
        </a:p>
      </dgm:t>
    </dgm:pt>
    <dgm:pt modelId="{737B5A0C-509C-4D8C-A793-D90A8D1A2495}">
      <dgm:prSet/>
      <dgm:spPr/>
      <dgm:t>
        <a:bodyPr/>
        <a:lstStyle/>
        <a:p>
          <a:r>
            <a:rPr lang="en-US"/>
            <a:t>Uses C++ structs and arrays for data management</a:t>
          </a:r>
        </a:p>
      </dgm:t>
    </dgm:pt>
    <dgm:pt modelId="{A4ABAC01-0505-443E-97B1-1097789AE66F}" type="parTrans" cxnId="{2EC75641-86A5-465D-A0FC-3FE986B72E31}">
      <dgm:prSet/>
      <dgm:spPr/>
      <dgm:t>
        <a:bodyPr/>
        <a:lstStyle/>
        <a:p>
          <a:endParaRPr lang="en-US"/>
        </a:p>
      </dgm:t>
    </dgm:pt>
    <dgm:pt modelId="{835D3231-B058-4AD7-AD61-E1DA0112DCB5}" type="sibTrans" cxnId="{2EC75641-86A5-465D-A0FC-3FE986B72E31}">
      <dgm:prSet/>
      <dgm:spPr/>
      <dgm:t>
        <a:bodyPr/>
        <a:lstStyle/>
        <a:p>
          <a:endParaRPr lang="en-US"/>
        </a:p>
      </dgm:t>
    </dgm:pt>
    <dgm:pt modelId="{D3EA1E85-9374-4434-B9A2-61F19EF9ECE1}" type="pres">
      <dgm:prSet presAssocID="{95C791B3-EC9F-42B6-8CC8-E02D07CC8220}" presName="root" presStyleCnt="0">
        <dgm:presLayoutVars>
          <dgm:dir/>
          <dgm:resizeHandles val="exact"/>
        </dgm:presLayoutVars>
      </dgm:prSet>
      <dgm:spPr/>
    </dgm:pt>
    <dgm:pt modelId="{0A95C548-875A-4C89-BC2C-770D643DA5FA}" type="pres">
      <dgm:prSet presAssocID="{DB00E6FE-842F-4106-B364-5FA94A3BD983}" presName="compNode" presStyleCnt="0"/>
      <dgm:spPr/>
    </dgm:pt>
    <dgm:pt modelId="{46D232AF-9965-407E-A746-FD0EF48675D0}" type="pres">
      <dgm:prSet presAssocID="{DB00E6FE-842F-4106-B364-5FA94A3BD983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934005EF-B191-4640-8D68-45D228D5CBD7}" type="pres">
      <dgm:prSet presAssocID="{DB00E6FE-842F-4106-B364-5FA94A3BD983}" presName="spaceRect" presStyleCnt="0"/>
      <dgm:spPr/>
    </dgm:pt>
    <dgm:pt modelId="{20D16AA0-5E20-40F7-B91C-B000F91D87B7}" type="pres">
      <dgm:prSet presAssocID="{DB00E6FE-842F-4106-B364-5FA94A3BD983}" presName="textRect" presStyleLbl="revTx" presStyleIdx="0" presStyleCnt="8">
        <dgm:presLayoutVars>
          <dgm:chMax val="1"/>
          <dgm:chPref val="1"/>
        </dgm:presLayoutVars>
      </dgm:prSet>
      <dgm:spPr/>
    </dgm:pt>
    <dgm:pt modelId="{384526BE-7FBC-44A4-AF10-FDEE4E20C490}" type="pres">
      <dgm:prSet presAssocID="{3A14CC14-69E5-49DC-A370-797F13AABD34}" presName="sibTrans" presStyleCnt="0"/>
      <dgm:spPr/>
    </dgm:pt>
    <dgm:pt modelId="{16B620CF-9718-46D4-953B-60A10A277598}" type="pres">
      <dgm:prSet presAssocID="{4FADCD60-D713-4F68-9CD4-E83310150A34}" presName="compNode" presStyleCnt="0"/>
      <dgm:spPr/>
    </dgm:pt>
    <dgm:pt modelId="{FC2FB581-644B-45FA-BEF8-AFC96A2F5A9C}" type="pres">
      <dgm:prSet presAssocID="{4FADCD60-D713-4F68-9CD4-E83310150A34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197657F2-F775-43F6-851A-A1C07DDFC614}" type="pres">
      <dgm:prSet presAssocID="{4FADCD60-D713-4F68-9CD4-E83310150A34}" presName="spaceRect" presStyleCnt="0"/>
      <dgm:spPr/>
    </dgm:pt>
    <dgm:pt modelId="{2943D843-2FF8-4187-A14A-1A01C4CA364A}" type="pres">
      <dgm:prSet presAssocID="{4FADCD60-D713-4F68-9CD4-E83310150A34}" presName="textRect" presStyleLbl="revTx" presStyleIdx="1" presStyleCnt="8">
        <dgm:presLayoutVars>
          <dgm:chMax val="1"/>
          <dgm:chPref val="1"/>
        </dgm:presLayoutVars>
      </dgm:prSet>
      <dgm:spPr/>
    </dgm:pt>
    <dgm:pt modelId="{D2FD3607-73BD-4DA9-8BBF-BD67728DA5E5}" type="pres">
      <dgm:prSet presAssocID="{31C7F04B-B807-4F17-A5EF-0BDA43FBE724}" presName="sibTrans" presStyleCnt="0"/>
      <dgm:spPr/>
    </dgm:pt>
    <dgm:pt modelId="{33B890FE-D881-4EBE-917B-F9C4F43D962E}" type="pres">
      <dgm:prSet presAssocID="{C6A8F531-CDE8-4D34-BE31-7F93493EB75F}" presName="compNode" presStyleCnt="0"/>
      <dgm:spPr/>
    </dgm:pt>
    <dgm:pt modelId="{8ABCE69C-86F8-48D3-9CCD-38C85E540C80}" type="pres">
      <dgm:prSet presAssocID="{C6A8F531-CDE8-4D34-BE31-7F93493EB75F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0BCCAB6B-4DB4-415B-A79F-24381B9DC598}" type="pres">
      <dgm:prSet presAssocID="{C6A8F531-CDE8-4D34-BE31-7F93493EB75F}" presName="spaceRect" presStyleCnt="0"/>
      <dgm:spPr/>
    </dgm:pt>
    <dgm:pt modelId="{E3BE95F0-64BA-431B-8943-DD745CBEFC6A}" type="pres">
      <dgm:prSet presAssocID="{C6A8F531-CDE8-4D34-BE31-7F93493EB75F}" presName="textRect" presStyleLbl="revTx" presStyleIdx="2" presStyleCnt="8">
        <dgm:presLayoutVars>
          <dgm:chMax val="1"/>
          <dgm:chPref val="1"/>
        </dgm:presLayoutVars>
      </dgm:prSet>
      <dgm:spPr/>
    </dgm:pt>
    <dgm:pt modelId="{75F77D8D-757E-4C75-8AA2-EC556D55C337}" type="pres">
      <dgm:prSet presAssocID="{374BF481-1CD9-4183-9C30-E57BE2E6CD9D}" presName="sibTrans" presStyleCnt="0"/>
      <dgm:spPr/>
    </dgm:pt>
    <dgm:pt modelId="{ABEDBC51-F063-405A-B013-5595C5E8E330}" type="pres">
      <dgm:prSet presAssocID="{DA17F9BC-0449-40B4-B192-53B8F9D2C0E1}" presName="compNode" presStyleCnt="0"/>
      <dgm:spPr/>
    </dgm:pt>
    <dgm:pt modelId="{7974D653-2982-484B-88AD-3F353EF6E106}" type="pres">
      <dgm:prSet presAssocID="{DA17F9BC-0449-40B4-B192-53B8F9D2C0E1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jector screen"/>
        </a:ext>
      </dgm:extLst>
    </dgm:pt>
    <dgm:pt modelId="{4A9BF9A9-EEF2-45C8-9C02-4A1447F1A63D}" type="pres">
      <dgm:prSet presAssocID="{DA17F9BC-0449-40B4-B192-53B8F9D2C0E1}" presName="spaceRect" presStyleCnt="0"/>
      <dgm:spPr/>
    </dgm:pt>
    <dgm:pt modelId="{0A17A57B-8125-4F74-8706-29000A0561A0}" type="pres">
      <dgm:prSet presAssocID="{DA17F9BC-0449-40B4-B192-53B8F9D2C0E1}" presName="textRect" presStyleLbl="revTx" presStyleIdx="3" presStyleCnt="8">
        <dgm:presLayoutVars>
          <dgm:chMax val="1"/>
          <dgm:chPref val="1"/>
        </dgm:presLayoutVars>
      </dgm:prSet>
      <dgm:spPr/>
    </dgm:pt>
    <dgm:pt modelId="{4BF5666A-EEBB-4D92-A3E8-2C1D8D1548E7}" type="pres">
      <dgm:prSet presAssocID="{483BABC8-EB7C-40E0-A070-63A6B512B100}" presName="sibTrans" presStyleCnt="0"/>
      <dgm:spPr/>
    </dgm:pt>
    <dgm:pt modelId="{D16DC928-6E36-4032-8387-CAC2639C374E}" type="pres">
      <dgm:prSet presAssocID="{E20404EE-650F-458C-BEEF-16E6383A4A54}" presName="compNode" presStyleCnt="0"/>
      <dgm:spPr/>
    </dgm:pt>
    <dgm:pt modelId="{0C1975C6-E3C3-433A-80F7-E1449824E7D6}" type="pres">
      <dgm:prSet presAssocID="{E20404EE-650F-458C-BEEF-16E6383A4A54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2B72437D-ED25-4FA8-B524-4F22B1F33825}" type="pres">
      <dgm:prSet presAssocID="{E20404EE-650F-458C-BEEF-16E6383A4A54}" presName="spaceRect" presStyleCnt="0"/>
      <dgm:spPr/>
    </dgm:pt>
    <dgm:pt modelId="{99A29CC0-09B2-430A-9ADB-12F9C79DE89A}" type="pres">
      <dgm:prSet presAssocID="{E20404EE-650F-458C-BEEF-16E6383A4A54}" presName="textRect" presStyleLbl="revTx" presStyleIdx="4" presStyleCnt="8">
        <dgm:presLayoutVars>
          <dgm:chMax val="1"/>
          <dgm:chPref val="1"/>
        </dgm:presLayoutVars>
      </dgm:prSet>
      <dgm:spPr/>
    </dgm:pt>
    <dgm:pt modelId="{1BAB95EB-E3A9-4C59-88B9-F1AA7A4F2344}" type="pres">
      <dgm:prSet presAssocID="{BE086389-FA97-4409-8580-67C10A82A077}" presName="sibTrans" presStyleCnt="0"/>
      <dgm:spPr/>
    </dgm:pt>
    <dgm:pt modelId="{BCAA6CCB-D168-4D75-8411-06C75874C34C}" type="pres">
      <dgm:prSet presAssocID="{9F4895C9-D9E9-414C-8774-6B18F94E9646}" presName="compNode" presStyleCnt="0"/>
      <dgm:spPr/>
    </dgm:pt>
    <dgm:pt modelId="{F500F888-2ECC-43AD-8BFC-30F1390558D3}" type="pres">
      <dgm:prSet presAssocID="{9F4895C9-D9E9-414C-8774-6B18F94E9646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9387FD6C-8D1D-4361-A473-B3B3BE04DDDE}" type="pres">
      <dgm:prSet presAssocID="{9F4895C9-D9E9-414C-8774-6B18F94E9646}" presName="spaceRect" presStyleCnt="0"/>
      <dgm:spPr/>
    </dgm:pt>
    <dgm:pt modelId="{DDD88F0F-4DA8-4BFC-82F9-1AAFB467EB6E}" type="pres">
      <dgm:prSet presAssocID="{9F4895C9-D9E9-414C-8774-6B18F94E9646}" presName="textRect" presStyleLbl="revTx" presStyleIdx="5" presStyleCnt="8">
        <dgm:presLayoutVars>
          <dgm:chMax val="1"/>
          <dgm:chPref val="1"/>
        </dgm:presLayoutVars>
      </dgm:prSet>
      <dgm:spPr/>
    </dgm:pt>
    <dgm:pt modelId="{68510E62-B422-42BF-937A-E621BE14428F}" type="pres">
      <dgm:prSet presAssocID="{B27E8295-7726-486F-9E50-46B4929B7975}" presName="sibTrans" presStyleCnt="0"/>
      <dgm:spPr/>
    </dgm:pt>
    <dgm:pt modelId="{0D0105FC-3486-4F34-944E-D7360C72F1A2}" type="pres">
      <dgm:prSet presAssocID="{1E6F79D3-D87A-401E-A300-190E42316D59}" presName="compNode" presStyleCnt="0"/>
      <dgm:spPr/>
    </dgm:pt>
    <dgm:pt modelId="{BD84C8E7-F30E-4E5E-A472-177AE2C996D3}" type="pres">
      <dgm:prSet presAssocID="{1E6F79D3-D87A-401E-A300-190E42316D59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D1C0580E-DBC3-4FB0-8729-AA4E869B195A}" type="pres">
      <dgm:prSet presAssocID="{1E6F79D3-D87A-401E-A300-190E42316D59}" presName="spaceRect" presStyleCnt="0"/>
      <dgm:spPr/>
    </dgm:pt>
    <dgm:pt modelId="{A88075F7-0C0C-4193-AFE0-57A82363EA5A}" type="pres">
      <dgm:prSet presAssocID="{1E6F79D3-D87A-401E-A300-190E42316D59}" presName="textRect" presStyleLbl="revTx" presStyleIdx="6" presStyleCnt="8">
        <dgm:presLayoutVars>
          <dgm:chMax val="1"/>
          <dgm:chPref val="1"/>
        </dgm:presLayoutVars>
      </dgm:prSet>
      <dgm:spPr/>
    </dgm:pt>
    <dgm:pt modelId="{1D98717A-8703-4BF1-8375-8890C0FD4DA4}" type="pres">
      <dgm:prSet presAssocID="{D3145BB8-42AD-49F1-84CA-7CDB1115B448}" presName="sibTrans" presStyleCnt="0"/>
      <dgm:spPr/>
    </dgm:pt>
    <dgm:pt modelId="{3210B32B-E8F9-45D6-9A47-B39600B5242A}" type="pres">
      <dgm:prSet presAssocID="{737B5A0C-509C-4D8C-A793-D90A8D1A2495}" presName="compNode" presStyleCnt="0"/>
      <dgm:spPr/>
    </dgm:pt>
    <dgm:pt modelId="{18F7B9FE-15C7-4C72-90FF-D992DD6311D4}" type="pres">
      <dgm:prSet presAssocID="{737B5A0C-509C-4D8C-A793-D90A8D1A2495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AD03B17-024D-4B8D-9ABA-AA9B5981BC3A}" type="pres">
      <dgm:prSet presAssocID="{737B5A0C-509C-4D8C-A793-D90A8D1A2495}" presName="spaceRect" presStyleCnt="0"/>
      <dgm:spPr/>
    </dgm:pt>
    <dgm:pt modelId="{74BF419C-11C3-4EDD-BDFE-42D7BD414B42}" type="pres">
      <dgm:prSet presAssocID="{737B5A0C-509C-4D8C-A793-D90A8D1A2495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211C800B-09B6-4357-A003-5B441F2CE886}" type="presOf" srcId="{DB00E6FE-842F-4106-B364-5FA94A3BD983}" destId="{20D16AA0-5E20-40F7-B91C-B000F91D87B7}" srcOrd="0" destOrd="0" presId="urn:microsoft.com/office/officeart/2018/2/layout/IconLabelList"/>
    <dgm:cxn modelId="{B00FCD0B-D688-44A1-8BCD-70E3ADBC9A5A}" type="presOf" srcId="{1E6F79D3-D87A-401E-A300-190E42316D59}" destId="{A88075F7-0C0C-4193-AFE0-57A82363EA5A}" srcOrd="0" destOrd="0" presId="urn:microsoft.com/office/officeart/2018/2/layout/IconLabelList"/>
    <dgm:cxn modelId="{C2D0920E-164A-4F90-A049-BDEE13406168}" srcId="{95C791B3-EC9F-42B6-8CC8-E02D07CC8220}" destId="{9F4895C9-D9E9-414C-8774-6B18F94E9646}" srcOrd="5" destOrd="0" parTransId="{6E792B4C-634C-4205-A53A-A8AFB7734E94}" sibTransId="{B27E8295-7726-486F-9E50-46B4929B7975}"/>
    <dgm:cxn modelId="{9A8D6E11-E2E4-4115-AC12-B8C0201D2C03}" srcId="{95C791B3-EC9F-42B6-8CC8-E02D07CC8220}" destId="{1E6F79D3-D87A-401E-A300-190E42316D59}" srcOrd="6" destOrd="0" parTransId="{2E394813-0AEC-4B86-922F-7CD37B1F28DD}" sibTransId="{D3145BB8-42AD-49F1-84CA-7CDB1115B448}"/>
    <dgm:cxn modelId="{BC45D42C-0B87-4AF9-A15D-87AC9F26339D}" type="presOf" srcId="{4FADCD60-D713-4F68-9CD4-E83310150A34}" destId="{2943D843-2FF8-4187-A14A-1A01C4CA364A}" srcOrd="0" destOrd="0" presId="urn:microsoft.com/office/officeart/2018/2/layout/IconLabelList"/>
    <dgm:cxn modelId="{42F64131-C54D-435F-A5B7-2AF16BCC7597}" type="presOf" srcId="{737B5A0C-509C-4D8C-A793-D90A8D1A2495}" destId="{74BF419C-11C3-4EDD-BDFE-42D7BD414B42}" srcOrd="0" destOrd="0" presId="urn:microsoft.com/office/officeart/2018/2/layout/IconLabelList"/>
    <dgm:cxn modelId="{8FBA1038-3BEF-4415-A966-A578DD605847}" srcId="{95C791B3-EC9F-42B6-8CC8-E02D07CC8220}" destId="{4FADCD60-D713-4F68-9CD4-E83310150A34}" srcOrd="1" destOrd="0" parTransId="{8CBA0558-A8A9-49E7-B001-4F0ED6D20FF5}" sibTransId="{31C7F04B-B807-4F17-A5EF-0BDA43FBE724}"/>
    <dgm:cxn modelId="{2EC75641-86A5-465D-A0FC-3FE986B72E31}" srcId="{95C791B3-EC9F-42B6-8CC8-E02D07CC8220}" destId="{737B5A0C-509C-4D8C-A793-D90A8D1A2495}" srcOrd="7" destOrd="0" parTransId="{A4ABAC01-0505-443E-97B1-1097789AE66F}" sibTransId="{835D3231-B058-4AD7-AD61-E1DA0112DCB5}"/>
    <dgm:cxn modelId="{8488BA54-BCE6-4DBE-8D5B-CB911F277C89}" type="presOf" srcId="{9F4895C9-D9E9-414C-8774-6B18F94E9646}" destId="{DDD88F0F-4DA8-4BFC-82F9-1AAFB467EB6E}" srcOrd="0" destOrd="0" presId="urn:microsoft.com/office/officeart/2018/2/layout/IconLabelList"/>
    <dgm:cxn modelId="{BE822269-4B80-4FCA-BA38-9C22530292E0}" type="presOf" srcId="{C6A8F531-CDE8-4D34-BE31-7F93493EB75F}" destId="{E3BE95F0-64BA-431B-8943-DD745CBEFC6A}" srcOrd="0" destOrd="0" presId="urn:microsoft.com/office/officeart/2018/2/layout/IconLabelList"/>
    <dgm:cxn modelId="{E546816B-05F3-4C79-B863-EE437F11CBB1}" srcId="{95C791B3-EC9F-42B6-8CC8-E02D07CC8220}" destId="{DB00E6FE-842F-4106-B364-5FA94A3BD983}" srcOrd="0" destOrd="0" parTransId="{61BA096B-9F30-44DD-A494-2201F57ABB0C}" sibTransId="{3A14CC14-69E5-49DC-A370-797F13AABD34}"/>
    <dgm:cxn modelId="{68332973-EE9C-4CC5-AC42-C27EA4CDA6D3}" type="presOf" srcId="{DA17F9BC-0449-40B4-B192-53B8F9D2C0E1}" destId="{0A17A57B-8125-4F74-8706-29000A0561A0}" srcOrd="0" destOrd="0" presId="urn:microsoft.com/office/officeart/2018/2/layout/IconLabelList"/>
    <dgm:cxn modelId="{6494399D-A5F5-4EC4-B935-A3156AAEDD8E}" type="presOf" srcId="{95C791B3-EC9F-42B6-8CC8-E02D07CC8220}" destId="{D3EA1E85-9374-4434-B9A2-61F19EF9ECE1}" srcOrd="0" destOrd="0" presId="urn:microsoft.com/office/officeart/2018/2/layout/IconLabelList"/>
    <dgm:cxn modelId="{D63985B4-438C-4C2C-ABB7-589152591175}" srcId="{95C791B3-EC9F-42B6-8CC8-E02D07CC8220}" destId="{E20404EE-650F-458C-BEEF-16E6383A4A54}" srcOrd="4" destOrd="0" parTransId="{55465837-343F-47B2-AF24-BBDF96FB51C9}" sibTransId="{BE086389-FA97-4409-8580-67C10A82A077}"/>
    <dgm:cxn modelId="{961F17C6-334B-4F38-B4BB-6012D758AE73}" type="presOf" srcId="{E20404EE-650F-458C-BEEF-16E6383A4A54}" destId="{99A29CC0-09B2-430A-9ADB-12F9C79DE89A}" srcOrd="0" destOrd="0" presId="urn:microsoft.com/office/officeart/2018/2/layout/IconLabelList"/>
    <dgm:cxn modelId="{63F62DC7-39CD-4092-B4E4-A4C17BB0DD06}" srcId="{95C791B3-EC9F-42B6-8CC8-E02D07CC8220}" destId="{C6A8F531-CDE8-4D34-BE31-7F93493EB75F}" srcOrd="2" destOrd="0" parTransId="{E4D572B5-D905-4557-B737-F78C455BD153}" sibTransId="{374BF481-1CD9-4183-9C30-E57BE2E6CD9D}"/>
    <dgm:cxn modelId="{899315D0-DFF7-4468-89CD-869BBB4E4811}" srcId="{95C791B3-EC9F-42B6-8CC8-E02D07CC8220}" destId="{DA17F9BC-0449-40B4-B192-53B8F9D2C0E1}" srcOrd="3" destOrd="0" parTransId="{1D739A94-4AD4-41B8-B932-CFE7C19CED68}" sibTransId="{483BABC8-EB7C-40E0-A070-63A6B512B100}"/>
    <dgm:cxn modelId="{186E1FCA-FDB3-4506-B862-DA623DF784E1}" type="presParOf" srcId="{D3EA1E85-9374-4434-B9A2-61F19EF9ECE1}" destId="{0A95C548-875A-4C89-BC2C-770D643DA5FA}" srcOrd="0" destOrd="0" presId="urn:microsoft.com/office/officeart/2018/2/layout/IconLabelList"/>
    <dgm:cxn modelId="{7C3513AE-1394-4AE0-8E1D-BF9157E756CE}" type="presParOf" srcId="{0A95C548-875A-4C89-BC2C-770D643DA5FA}" destId="{46D232AF-9965-407E-A746-FD0EF48675D0}" srcOrd="0" destOrd="0" presId="urn:microsoft.com/office/officeart/2018/2/layout/IconLabelList"/>
    <dgm:cxn modelId="{D0E590CD-DB5B-4F4D-97DF-B21378773C39}" type="presParOf" srcId="{0A95C548-875A-4C89-BC2C-770D643DA5FA}" destId="{934005EF-B191-4640-8D68-45D228D5CBD7}" srcOrd="1" destOrd="0" presId="urn:microsoft.com/office/officeart/2018/2/layout/IconLabelList"/>
    <dgm:cxn modelId="{96AA3C91-3A63-41DA-9149-5F58FFDF73F3}" type="presParOf" srcId="{0A95C548-875A-4C89-BC2C-770D643DA5FA}" destId="{20D16AA0-5E20-40F7-B91C-B000F91D87B7}" srcOrd="2" destOrd="0" presId="urn:microsoft.com/office/officeart/2018/2/layout/IconLabelList"/>
    <dgm:cxn modelId="{C23D6B8D-30A3-4DAC-AFF5-CD7824819D21}" type="presParOf" srcId="{D3EA1E85-9374-4434-B9A2-61F19EF9ECE1}" destId="{384526BE-7FBC-44A4-AF10-FDEE4E20C490}" srcOrd="1" destOrd="0" presId="urn:microsoft.com/office/officeart/2018/2/layout/IconLabelList"/>
    <dgm:cxn modelId="{B16790F0-B706-41F9-9398-B5D0710B189F}" type="presParOf" srcId="{D3EA1E85-9374-4434-B9A2-61F19EF9ECE1}" destId="{16B620CF-9718-46D4-953B-60A10A277598}" srcOrd="2" destOrd="0" presId="urn:microsoft.com/office/officeart/2018/2/layout/IconLabelList"/>
    <dgm:cxn modelId="{A31B1A40-D207-4EE4-A328-080E78E43241}" type="presParOf" srcId="{16B620CF-9718-46D4-953B-60A10A277598}" destId="{FC2FB581-644B-45FA-BEF8-AFC96A2F5A9C}" srcOrd="0" destOrd="0" presId="urn:microsoft.com/office/officeart/2018/2/layout/IconLabelList"/>
    <dgm:cxn modelId="{94279DC1-0510-44C2-8670-1DC178B6BC11}" type="presParOf" srcId="{16B620CF-9718-46D4-953B-60A10A277598}" destId="{197657F2-F775-43F6-851A-A1C07DDFC614}" srcOrd="1" destOrd="0" presId="urn:microsoft.com/office/officeart/2018/2/layout/IconLabelList"/>
    <dgm:cxn modelId="{EF7E3212-688A-4F3F-ADFE-CDA489E6E4A7}" type="presParOf" srcId="{16B620CF-9718-46D4-953B-60A10A277598}" destId="{2943D843-2FF8-4187-A14A-1A01C4CA364A}" srcOrd="2" destOrd="0" presId="urn:microsoft.com/office/officeart/2018/2/layout/IconLabelList"/>
    <dgm:cxn modelId="{310C7C51-8C46-4F87-AAB7-FDC4A5273214}" type="presParOf" srcId="{D3EA1E85-9374-4434-B9A2-61F19EF9ECE1}" destId="{D2FD3607-73BD-4DA9-8BBF-BD67728DA5E5}" srcOrd="3" destOrd="0" presId="urn:microsoft.com/office/officeart/2018/2/layout/IconLabelList"/>
    <dgm:cxn modelId="{9860B4B0-A8BE-4116-B09E-85CC8A5DD3E5}" type="presParOf" srcId="{D3EA1E85-9374-4434-B9A2-61F19EF9ECE1}" destId="{33B890FE-D881-4EBE-917B-F9C4F43D962E}" srcOrd="4" destOrd="0" presId="urn:microsoft.com/office/officeart/2018/2/layout/IconLabelList"/>
    <dgm:cxn modelId="{48F5E601-844A-42C6-B612-2C0C1B41A255}" type="presParOf" srcId="{33B890FE-D881-4EBE-917B-F9C4F43D962E}" destId="{8ABCE69C-86F8-48D3-9CCD-38C85E540C80}" srcOrd="0" destOrd="0" presId="urn:microsoft.com/office/officeart/2018/2/layout/IconLabelList"/>
    <dgm:cxn modelId="{74A9F5D6-9C9E-4FDD-89AC-09FD05836151}" type="presParOf" srcId="{33B890FE-D881-4EBE-917B-F9C4F43D962E}" destId="{0BCCAB6B-4DB4-415B-A79F-24381B9DC598}" srcOrd="1" destOrd="0" presId="urn:microsoft.com/office/officeart/2018/2/layout/IconLabelList"/>
    <dgm:cxn modelId="{D2CA798E-2C76-4C39-B2BC-780575FEA4D9}" type="presParOf" srcId="{33B890FE-D881-4EBE-917B-F9C4F43D962E}" destId="{E3BE95F0-64BA-431B-8943-DD745CBEFC6A}" srcOrd="2" destOrd="0" presId="urn:microsoft.com/office/officeart/2018/2/layout/IconLabelList"/>
    <dgm:cxn modelId="{F058B841-7C9D-4FF6-B5C4-35D74F2C6A35}" type="presParOf" srcId="{D3EA1E85-9374-4434-B9A2-61F19EF9ECE1}" destId="{75F77D8D-757E-4C75-8AA2-EC556D55C337}" srcOrd="5" destOrd="0" presId="urn:microsoft.com/office/officeart/2018/2/layout/IconLabelList"/>
    <dgm:cxn modelId="{8A1ABDD3-01F7-4598-AE09-408F2FD894CC}" type="presParOf" srcId="{D3EA1E85-9374-4434-B9A2-61F19EF9ECE1}" destId="{ABEDBC51-F063-405A-B013-5595C5E8E330}" srcOrd="6" destOrd="0" presId="urn:microsoft.com/office/officeart/2018/2/layout/IconLabelList"/>
    <dgm:cxn modelId="{007F722A-7981-4B9A-852B-5FC6FB8171BA}" type="presParOf" srcId="{ABEDBC51-F063-405A-B013-5595C5E8E330}" destId="{7974D653-2982-484B-88AD-3F353EF6E106}" srcOrd="0" destOrd="0" presId="urn:microsoft.com/office/officeart/2018/2/layout/IconLabelList"/>
    <dgm:cxn modelId="{A116AB85-E0CD-4F58-901B-96271891FAA0}" type="presParOf" srcId="{ABEDBC51-F063-405A-B013-5595C5E8E330}" destId="{4A9BF9A9-EEF2-45C8-9C02-4A1447F1A63D}" srcOrd="1" destOrd="0" presId="urn:microsoft.com/office/officeart/2018/2/layout/IconLabelList"/>
    <dgm:cxn modelId="{E3932F2A-2360-4C5F-AEAB-94AAE16F37DA}" type="presParOf" srcId="{ABEDBC51-F063-405A-B013-5595C5E8E330}" destId="{0A17A57B-8125-4F74-8706-29000A0561A0}" srcOrd="2" destOrd="0" presId="urn:microsoft.com/office/officeart/2018/2/layout/IconLabelList"/>
    <dgm:cxn modelId="{B81780A8-8528-406C-A7C5-F941D63BB7E7}" type="presParOf" srcId="{D3EA1E85-9374-4434-B9A2-61F19EF9ECE1}" destId="{4BF5666A-EEBB-4D92-A3E8-2C1D8D1548E7}" srcOrd="7" destOrd="0" presId="urn:microsoft.com/office/officeart/2018/2/layout/IconLabelList"/>
    <dgm:cxn modelId="{1462E7E8-E0B7-4349-80FD-B6283E7D2449}" type="presParOf" srcId="{D3EA1E85-9374-4434-B9A2-61F19EF9ECE1}" destId="{D16DC928-6E36-4032-8387-CAC2639C374E}" srcOrd="8" destOrd="0" presId="urn:microsoft.com/office/officeart/2018/2/layout/IconLabelList"/>
    <dgm:cxn modelId="{72551A20-8352-4D9C-A9D8-69E6CDA7A950}" type="presParOf" srcId="{D16DC928-6E36-4032-8387-CAC2639C374E}" destId="{0C1975C6-E3C3-433A-80F7-E1449824E7D6}" srcOrd="0" destOrd="0" presId="urn:microsoft.com/office/officeart/2018/2/layout/IconLabelList"/>
    <dgm:cxn modelId="{A48EB4D6-CBFF-40F0-B627-D6C7B067E39E}" type="presParOf" srcId="{D16DC928-6E36-4032-8387-CAC2639C374E}" destId="{2B72437D-ED25-4FA8-B524-4F22B1F33825}" srcOrd="1" destOrd="0" presId="urn:microsoft.com/office/officeart/2018/2/layout/IconLabelList"/>
    <dgm:cxn modelId="{901245A1-DAF4-425D-BDD2-47E64BC1C602}" type="presParOf" srcId="{D16DC928-6E36-4032-8387-CAC2639C374E}" destId="{99A29CC0-09B2-430A-9ADB-12F9C79DE89A}" srcOrd="2" destOrd="0" presId="urn:microsoft.com/office/officeart/2018/2/layout/IconLabelList"/>
    <dgm:cxn modelId="{F76E2441-F715-4228-A455-008F573403FB}" type="presParOf" srcId="{D3EA1E85-9374-4434-B9A2-61F19EF9ECE1}" destId="{1BAB95EB-E3A9-4C59-88B9-F1AA7A4F2344}" srcOrd="9" destOrd="0" presId="urn:microsoft.com/office/officeart/2018/2/layout/IconLabelList"/>
    <dgm:cxn modelId="{CA604A75-9D1F-4FD6-B671-55FFB0567BAD}" type="presParOf" srcId="{D3EA1E85-9374-4434-B9A2-61F19EF9ECE1}" destId="{BCAA6CCB-D168-4D75-8411-06C75874C34C}" srcOrd="10" destOrd="0" presId="urn:microsoft.com/office/officeart/2018/2/layout/IconLabelList"/>
    <dgm:cxn modelId="{D7D2EFD7-8E84-4747-915F-03EDF04B9A7C}" type="presParOf" srcId="{BCAA6CCB-D168-4D75-8411-06C75874C34C}" destId="{F500F888-2ECC-43AD-8BFC-30F1390558D3}" srcOrd="0" destOrd="0" presId="urn:microsoft.com/office/officeart/2018/2/layout/IconLabelList"/>
    <dgm:cxn modelId="{7B7D8EA2-1368-4AF4-B90B-AEE2E3D3DEC3}" type="presParOf" srcId="{BCAA6CCB-D168-4D75-8411-06C75874C34C}" destId="{9387FD6C-8D1D-4361-A473-B3B3BE04DDDE}" srcOrd="1" destOrd="0" presId="urn:microsoft.com/office/officeart/2018/2/layout/IconLabelList"/>
    <dgm:cxn modelId="{F8DF0E4C-F2D3-40FF-9F96-4FC156431F9B}" type="presParOf" srcId="{BCAA6CCB-D168-4D75-8411-06C75874C34C}" destId="{DDD88F0F-4DA8-4BFC-82F9-1AAFB467EB6E}" srcOrd="2" destOrd="0" presId="urn:microsoft.com/office/officeart/2018/2/layout/IconLabelList"/>
    <dgm:cxn modelId="{C9D46847-5009-431F-A50E-D368C26E2EA4}" type="presParOf" srcId="{D3EA1E85-9374-4434-B9A2-61F19EF9ECE1}" destId="{68510E62-B422-42BF-937A-E621BE14428F}" srcOrd="11" destOrd="0" presId="urn:microsoft.com/office/officeart/2018/2/layout/IconLabelList"/>
    <dgm:cxn modelId="{94712B9D-AF6F-4708-9BA1-CE1F595C60D6}" type="presParOf" srcId="{D3EA1E85-9374-4434-B9A2-61F19EF9ECE1}" destId="{0D0105FC-3486-4F34-944E-D7360C72F1A2}" srcOrd="12" destOrd="0" presId="urn:microsoft.com/office/officeart/2018/2/layout/IconLabelList"/>
    <dgm:cxn modelId="{15EB3766-2AD0-4DBD-828C-CC7D05DA2AAE}" type="presParOf" srcId="{0D0105FC-3486-4F34-944E-D7360C72F1A2}" destId="{BD84C8E7-F30E-4E5E-A472-177AE2C996D3}" srcOrd="0" destOrd="0" presId="urn:microsoft.com/office/officeart/2018/2/layout/IconLabelList"/>
    <dgm:cxn modelId="{5EA52FF3-AD0D-40B5-A999-49763000320F}" type="presParOf" srcId="{0D0105FC-3486-4F34-944E-D7360C72F1A2}" destId="{D1C0580E-DBC3-4FB0-8729-AA4E869B195A}" srcOrd="1" destOrd="0" presId="urn:microsoft.com/office/officeart/2018/2/layout/IconLabelList"/>
    <dgm:cxn modelId="{D9DFFEB5-BA79-44CE-8070-6A6025A4CFB3}" type="presParOf" srcId="{0D0105FC-3486-4F34-944E-D7360C72F1A2}" destId="{A88075F7-0C0C-4193-AFE0-57A82363EA5A}" srcOrd="2" destOrd="0" presId="urn:microsoft.com/office/officeart/2018/2/layout/IconLabelList"/>
    <dgm:cxn modelId="{F74AB8D7-BC1F-4E32-946A-0B36035BB398}" type="presParOf" srcId="{D3EA1E85-9374-4434-B9A2-61F19EF9ECE1}" destId="{1D98717A-8703-4BF1-8375-8890C0FD4DA4}" srcOrd="13" destOrd="0" presId="urn:microsoft.com/office/officeart/2018/2/layout/IconLabelList"/>
    <dgm:cxn modelId="{4E66A337-690F-41D3-9A25-B0C1CC603D11}" type="presParOf" srcId="{D3EA1E85-9374-4434-B9A2-61F19EF9ECE1}" destId="{3210B32B-E8F9-45D6-9A47-B39600B5242A}" srcOrd="14" destOrd="0" presId="urn:microsoft.com/office/officeart/2018/2/layout/IconLabelList"/>
    <dgm:cxn modelId="{C2E3E671-6F40-4735-9491-6587D889C9E7}" type="presParOf" srcId="{3210B32B-E8F9-45D6-9A47-B39600B5242A}" destId="{18F7B9FE-15C7-4C72-90FF-D992DD6311D4}" srcOrd="0" destOrd="0" presId="urn:microsoft.com/office/officeart/2018/2/layout/IconLabelList"/>
    <dgm:cxn modelId="{1A3B3427-817D-45E6-8019-27551EEF9781}" type="presParOf" srcId="{3210B32B-E8F9-45D6-9A47-B39600B5242A}" destId="{5AD03B17-024D-4B8D-9ABA-AA9B5981BC3A}" srcOrd="1" destOrd="0" presId="urn:microsoft.com/office/officeart/2018/2/layout/IconLabelList"/>
    <dgm:cxn modelId="{B92576E2-0774-401D-B690-2BC8129D8196}" type="presParOf" srcId="{3210B32B-E8F9-45D6-9A47-B39600B5242A}" destId="{74BF419C-11C3-4EDD-BDFE-42D7BD414B4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89D64A3-FCF9-4A18-A072-AB50E735BCD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E39F7D0-C723-470E-8B5A-F241556EA94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Problem:</a:t>
          </a:r>
        </a:p>
      </dgm:t>
    </dgm:pt>
    <dgm:pt modelId="{7232380B-13DB-4D5D-8055-BD1B02DD403E}" type="parTrans" cxnId="{FB481AFF-9ACC-487E-9D5E-D8DAEA621895}">
      <dgm:prSet/>
      <dgm:spPr/>
      <dgm:t>
        <a:bodyPr/>
        <a:lstStyle/>
        <a:p>
          <a:endParaRPr lang="en-US"/>
        </a:p>
      </dgm:t>
    </dgm:pt>
    <dgm:pt modelId="{31863E44-AF03-4CCC-9816-2B4C2773B17E}" type="sibTrans" cxnId="{FB481AFF-9ACC-487E-9D5E-D8DAEA621895}">
      <dgm:prSet/>
      <dgm:spPr/>
      <dgm:t>
        <a:bodyPr/>
        <a:lstStyle/>
        <a:p>
          <a:endParaRPr lang="en-US"/>
        </a:p>
      </dgm:t>
    </dgm:pt>
    <dgm:pt modelId="{E883CD50-F49C-4B30-B2A7-8057A4B16D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Manual seat tracking causes duplicate registrations</a:t>
          </a:r>
        </a:p>
      </dgm:t>
    </dgm:pt>
    <dgm:pt modelId="{3F36E515-8AAD-458A-B86A-A552AC710D25}" type="parTrans" cxnId="{F3EE387C-3A3D-480A-94F1-A006702C9B96}">
      <dgm:prSet/>
      <dgm:spPr/>
      <dgm:t>
        <a:bodyPr/>
        <a:lstStyle/>
        <a:p>
          <a:endParaRPr lang="en-US"/>
        </a:p>
      </dgm:t>
    </dgm:pt>
    <dgm:pt modelId="{BF2C5ED3-FD58-47F3-B1CB-505AC954D062}" type="sibTrans" cxnId="{F3EE387C-3A3D-480A-94F1-A006702C9B96}">
      <dgm:prSet/>
      <dgm:spPr/>
      <dgm:t>
        <a:bodyPr/>
        <a:lstStyle/>
        <a:p>
          <a:endParaRPr lang="en-US"/>
        </a:p>
      </dgm:t>
    </dgm:pt>
    <dgm:pt modelId="{261FE072-BFAE-48F2-87E5-B4E2BB06BD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Risk of exceeding course capacity</a:t>
          </a:r>
        </a:p>
      </dgm:t>
    </dgm:pt>
    <dgm:pt modelId="{39B06C45-13D1-459B-9C3B-0F9D03500494}" type="parTrans" cxnId="{2E0F1CF1-6104-4D2E-B51A-E779A5703CAE}">
      <dgm:prSet/>
      <dgm:spPr/>
      <dgm:t>
        <a:bodyPr/>
        <a:lstStyle/>
        <a:p>
          <a:endParaRPr lang="en-US"/>
        </a:p>
      </dgm:t>
    </dgm:pt>
    <dgm:pt modelId="{1D07FD68-8676-4EE2-AA04-E1A41913F1C3}" type="sibTrans" cxnId="{2E0F1CF1-6104-4D2E-B51A-E779A5703CAE}">
      <dgm:prSet/>
      <dgm:spPr/>
      <dgm:t>
        <a:bodyPr/>
        <a:lstStyle/>
        <a:p>
          <a:endParaRPr lang="en-US"/>
        </a:p>
      </dgm:t>
    </dgm:pt>
    <dgm:pt modelId="{0364B9C2-780A-4DBC-BFAF-C75FC33065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Difficult to manage enrollments</a:t>
          </a:r>
        </a:p>
      </dgm:t>
    </dgm:pt>
    <dgm:pt modelId="{8E155FFF-96F1-46C6-8F24-A4E1E6D4BBF5}" type="parTrans" cxnId="{99E84DEA-1B01-4C13-A4F8-7DEBD24312F3}">
      <dgm:prSet/>
      <dgm:spPr/>
      <dgm:t>
        <a:bodyPr/>
        <a:lstStyle/>
        <a:p>
          <a:endParaRPr lang="en-US"/>
        </a:p>
      </dgm:t>
    </dgm:pt>
    <dgm:pt modelId="{5066B07A-6A91-4AE5-8AC3-41E0B1BFAF7C}" type="sibTrans" cxnId="{99E84DEA-1B01-4C13-A4F8-7DEBD24312F3}">
      <dgm:prSet/>
      <dgm:spPr/>
      <dgm:t>
        <a:bodyPr/>
        <a:lstStyle/>
        <a:p>
          <a:endParaRPr lang="en-US"/>
        </a:p>
      </dgm:t>
    </dgm:pt>
    <dgm:pt modelId="{3EF355C0-AA15-4EB3-B8B4-DD2CCCB177C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Solution:</a:t>
          </a:r>
        </a:p>
      </dgm:t>
    </dgm:pt>
    <dgm:pt modelId="{1DEE5E95-FDD7-40B3-996D-CD326BDACF1F}" type="parTrans" cxnId="{98096811-5FFF-4B08-90BF-226C7311552D}">
      <dgm:prSet/>
      <dgm:spPr/>
      <dgm:t>
        <a:bodyPr/>
        <a:lstStyle/>
        <a:p>
          <a:endParaRPr lang="en-US"/>
        </a:p>
      </dgm:t>
    </dgm:pt>
    <dgm:pt modelId="{6B7E45EE-7A68-4450-9D7A-D9C652DE2A53}" type="sibTrans" cxnId="{98096811-5FFF-4B08-90BF-226C7311552D}">
      <dgm:prSet/>
      <dgm:spPr/>
      <dgm:t>
        <a:bodyPr/>
        <a:lstStyle/>
        <a:p>
          <a:endParaRPr lang="en-US"/>
        </a:p>
      </dgm:t>
    </dgm:pt>
    <dgm:pt modelId="{EF45B298-1078-4886-AC49-780F59B538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Duplicate enrollment prevention</a:t>
          </a:r>
        </a:p>
      </dgm:t>
    </dgm:pt>
    <dgm:pt modelId="{29BEAA98-14E0-42FF-9304-38A0A0A59176}" type="parTrans" cxnId="{76213F0C-7DC5-459B-97CE-057F0F536727}">
      <dgm:prSet/>
      <dgm:spPr/>
      <dgm:t>
        <a:bodyPr/>
        <a:lstStyle/>
        <a:p>
          <a:endParaRPr lang="en-US"/>
        </a:p>
      </dgm:t>
    </dgm:pt>
    <dgm:pt modelId="{998EEFE8-FE4E-4C71-8F95-E1DE2084DCD1}" type="sibTrans" cxnId="{76213F0C-7DC5-459B-97CE-057F0F536727}">
      <dgm:prSet/>
      <dgm:spPr/>
      <dgm:t>
        <a:bodyPr/>
        <a:lstStyle/>
        <a:p>
          <a:endParaRPr lang="en-US"/>
        </a:p>
      </dgm:t>
    </dgm:pt>
    <dgm:pt modelId="{86131825-B348-4640-96D6-984561985C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Course capacity validation</a:t>
          </a:r>
        </a:p>
      </dgm:t>
    </dgm:pt>
    <dgm:pt modelId="{0135BFBC-E14E-4634-B2CD-04F92FAEB5D1}" type="parTrans" cxnId="{0FD2B9D4-0A30-401C-B24D-9CA90FF1277C}">
      <dgm:prSet/>
      <dgm:spPr/>
      <dgm:t>
        <a:bodyPr/>
        <a:lstStyle/>
        <a:p>
          <a:endParaRPr lang="en-US"/>
        </a:p>
      </dgm:t>
    </dgm:pt>
    <dgm:pt modelId="{E4987F14-D225-48BB-AAB2-83002EAC029C}" type="sibTrans" cxnId="{0FD2B9D4-0A30-401C-B24D-9CA90FF1277C}">
      <dgm:prSet/>
      <dgm:spPr/>
      <dgm:t>
        <a:bodyPr/>
        <a:lstStyle/>
        <a:p>
          <a:endParaRPr lang="en-US"/>
        </a:p>
      </dgm:t>
    </dgm:pt>
    <dgm:pt modelId="{3EFE7A16-F38A-49F0-9AEE-96D055EBF8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Maximum course limit per student</a:t>
          </a:r>
        </a:p>
      </dgm:t>
    </dgm:pt>
    <dgm:pt modelId="{8319A6E4-C1CF-411C-AA99-1C0B1EB668F6}" type="parTrans" cxnId="{C303D719-3984-4A11-8739-7F34B484A5FB}">
      <dgm:prSet/>
      <dgm:spPr/>
      <dgm:t>
        <a:bodyPr/>
        <a:lstStyle/>
        <a:p>
          <a:endParaRPr lang="en-US"/>
        </a:p>
      </dgm:t>
    </dgm:pt>
    <dgm:pt modelId="{EA006590-A9E1-4F36-AE2C-036B0BADD50A}" type="sibTrans" cxnId="{C303D719-3984-4A11-8739-7F34B484A5FB}">
      <dgm:prSet/>
      <dgm:spPr/>
      <dgm:t>
        <a:bodyPr/>
        <a:lstStyle/>
        <a:p>
          <a:endParaRPr lang="en-US"/>
        </a:p>
      </dgm:t>
    </dgm:pt>
    <dgm:pt modelId="{4409CA68-D461-4EDF-A1A6-574C4DED21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Instant feedback to users</a:t>
          </a:r>
        </a:p>
      </dgm:t>
    </dgm:pt>
    <dgm:pt modelId="{EA29AFC4-357D-4861-A898-D5D34038E778}" type="parTrans" cxnId="{535EA036-15FF-46C3-A32A-BA1D32F97FF4}">
      <dgm:prSet/>
      <dgm:spPr/>
      <dgm:t>
        <a:bodyPr/>
        <a:lstStyle/>
        <a:p>
          <a:endParaRPr lang="en-US"/>
        </a:p>
      </dgm:t>
    </dgm:pt>
    <dgm:pt modelId="{59B036E7-2D14-439E-BFFF-463E4E7939C0}" type="sibTrans" cxnId="{535EA036-15FF-46C3-A32A-BA1D32F97FF4}">
      <dgm:prSet/>
      <dgm:spPr/>
      <dgm:t>
        <a:bodyPr/>
        <a:lstStyle/>
        <a:p>
          <a:endParaRPr lang="en-US"/>
        </a:p>
      </dgm:t>
    </dgm:pt>
    <dgm:pt modelId="{CDB0BA59-20B1-43F9-9ABD-B1F5D8F38C84}" type="pres">
      <dgm:prSet presAssocID="{989D64A3-FCF9-4A18-A072-AB50E735BCD3}" presName="root" presStyleCnt="0">
        <dgm:presLayoutVars>
          <dgm:dir/>
          <dgm:resizeHandles val="exact"/>
        </dgm:presLayoutVars>
      </dgm:prSet>
      <dgm:spPr/>
    </dgm:pt>
    <dgm:pt modelId="{DE3E078C-03C9-423D-8E72-C74F34E83BBA}" type="pres">
      <dgm:prSet presAssocID="{8E39F7D0-C723-470E-8B5A-F241556EA945}" presName="compNode" presStyleCnt="0"/>
      <dgm:spPr/>
    </dgm:pt>
    <dgm:pt modelId="{CA68E56F-F929-44E0-9962-32CA9A2C9195}" type="pres">
      <dgm:prSet presAssocID="{8E39F7D0-C723-470E-8B5A-F241556EA94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F5DFC871-2550-4B44-8713-538D31780B68}" type="pres">
      <dgm:prSet presAssocID="{8E39F7D0-C723-470E-8B5A-F241556EA945}" presName="iconSpace" presStyleCnt="0"/>
      <dgm:spPr/>
    </dgm:pt>
    <dgm:pt modelId="{D18735E0-A8E3-41C2-8B6E-E1F65343466D}" type="pres">
      <dgm:prSet presAssocID="{8E39F7D0-C723-470E-8B5A-F241556EA945}" presName="parTx" presStyleLbl="revTx" presStyleIdx="0" presStyleCnt="4">
        <dgm:presLayoutVars>
          <dgm:chMax val="0"/>
          <dgm:chPref val="0"/>
        </dgm:presLayoutVars>
      </dgm:prSet>
      <dgm:spPr/>
    </dgm:pt>
    <dgm:pt modelId="{DA321DD7-62EA-4E07-921D-5055C1D9437A}" type="pres">
      <dgm:prSet presAssocID="{8E39F7D0-C723-470E-8B5A-F241556EA945}" presName="txSpace" presStyleCnt="0"/>
      <dgm:spPr/>
    </dgm:pt>
    <dgm:pt modelId="{7BC700B6-1471-4503-A42F-2356B7DC1F42}" type="pres">
      <dgm:prSet presAssocID="{8E39F7D0-C723-470E-8B5A-F241556EA945}" presName="desTx" presStyleLbl="revTx" presStyleIdx="1" presStyleCnt="4">
        <dgm:presLayoutVars/>
      </dgm:prSet>
      <dgm:spPr/>
    </dgm:pt>
    <dgm:pt modelId="{E654E2F8-13CC-4750-8F99-370F80CE3CC1}" type="pres">
      <dgm:prSet presAssocID="{31863E44-AF03-4CCC-9816-2B4C2773B17E}" presName="sibTrans" presStyleCnt="0"/>
      <dgm:spPr/>
    </dgm:pt>
    <dgm:pt modelId="{61177866-4E3E-4E6A-A814-C37FE6B4FD65}" type="pres">
      <dgm:prSet presAssocID="{3EF355C0-AA15-4EB3-B8B4-DD2CCCB177C1}" presName="compNode" presStyleCnt="0"/>
      <dgm:spPr/>
    </dgm:pt>
    <dgm:pt modelId="{79B81C8E-7CA6-41BE-9694-B886BB59393D}" type="pres">
      <dgm:prSet presAssocID="{3EF355C0-AA15-4EB3-B8B4-DD2CCCB177C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94C127F5-6C0E-46C2-B065-D253034481FE}" type="pres">
      <dgm:prSet presAssocID="{3EF355C0-AA15-4EB3-B8B4-DD2CCCB177C1}" presName="iconSpace" presStyleCnt="0"/>
      <dgm:spPr/>
    </dgm:pt>
    <dgm:pt modelId="{DBBCF99F-F513-4A19-9BBC-F79DDF36B231}" type="pres">
      <dgm:prSet presAssocID="{3EF355C0-AA15-4EB3-B8B4-DD2CCCB177C1}" presName="parTx" presStyleLbl="revTx" presStyleIdx="2" presStyleCnt="4">
        <dgm:presLayoutVars>
          <dgm:chMax val="0"/>
          <dgm:chPref val="0"/>
        </dgm:presLayoutVars>
      </dgm:prSet>
      <dgm:spPr/>
    </dgm:pt>
    <dgm:pt modelId="{EBA356AD-9BDD-4877-99CC-132409927DD9}" type="pres">
      <dgm:prSet presAssocID="{3EF355C0-AA15-4EB3-B8B4-DD2CCCB177C1}" presName="txSpace" presStyleCnt="0"/>
      <dgm:spPr/>
    </dgm:pt>
    <dgm:pt modelId="{9512CD57-A550-4740-917F-823F44C49B8B}" type="pres">
      <dgm:prSet presAssocID="{3EF355C0-AA15-4EB3-B8B4-DD2CCCB177C1}" presName="desTx" presStyleLbl="revTx" presStyleIdx="3" presStyleCnt="4">
        <dgm:presLayoutVars/>
      </dgm:prSet>
      <dgm:spPr/>
    </dgm:pt>
  </dgm:ptLst>
  <dgm:cxnLst>
    <dgm:cxn modelId="{76213F0C-7DC5-459B-97CE-057F0F536727}" srcId="{3EF355C0-AA15-4EB3-B8B4-DD2CCCB177C1}" destId="{EF45B298-1078-4886-AC49-780F59B538FA}" srcOrd="0" destOrd="0" parTransId="{29BEAA98-14E0-42FF-9304-38A0A0A59176}" sibTransId="{998EEFE8-FE4E-4C71-8F95-E1DE2084DCD1}"/>
    <dgm:cxn modelId="{98096811-5FFF-4B08-90BF-226C7311552D}" srcId="{989D64A3-FCF9-4A18-A072-AB50E735BCD3}" destId="{3EF355C0-AA15-4EB3-B8B4-DD2CCCB177C1}" srcOrd="1" destOrd="0" parTransId="{1DEE5E95-FDD7-40B3-996D-CD326BDACF1F}" sibTransId="{6B7E45EE-7A68-4450-9D7A-D9C652DE2A53}"/>
    <dgm:cxn modelId="{C303D719-3984-4A11-8739-7F34B484A5FB}" srcId="{3EF355C0-AA15-4EB3-B8B4-DD2CCCB177C1}" destId="{3EFE7A16-F38A-49F0-9AEE-96D055EBF89A}" srcOrd="2" destOrd="0" parTransId="{8319A6E4-C1CF-411C-AA99-1C0B1EB668F6}" sibTransId="{EA006590-A9E1-4F36-AE2C-036B0BADD50A}"/>
    <dgm:cxn modelId="{7978061E-2F9C-A848-8468-4253BFDFAB8B}" type="presOf" srcId="{261FE072-BFAE-48F2-87E5-B4E2BB06BDAE}" destId="{7BC700B6-1471-4503-A42F-2356B7DC1F42}" srcOrd="0" destOrd="1" presId="urn:microsoft.com/office/officeart/2018/5/layout/CenteredIconLabelDescriptionList"/>
    <dgm:cxn modelId="{535EA036-15FF-46C3-A32A-BA1D32F97FF4}" srcId="{3EF355C0-AA15-4EB3-B8B4-DD2CCCB177C1}" destId="{4409CA68-D461-4EDF-A1A6-574C4DED2110}" srcOrd="3" destOrd="0" parTransId="{EA29AFC4-357D-4861-A898-D5D34038E778}" sibTransId="{59B036E7-2D14-439E-BFFF-463E4E7939C0}"/>
    <dgm:cxn modelId="{3D3CFA3A-9852-5E45-9F28-3A5A7470C6EF}" type="presOf" srcId="{86131825-B348-4640-96D6-984561985C7B}" destId="{9512CD57-A550-4740-917F-823F44C49B8B}" srcOrd="0" destOrd="1" presId="urn:microsoft.com/office/officeart/2018/5/layout/CenteredIconLabelDescriptionList"/>
    <dgm:cxn modelId="{559D3B73-13AB-C840-984F-DBDDC5AD5F05}" type="presOf" srcId="{E883CD50-F49C-4B30-B2A7-8057A4B16D6C}" destId="{7BC700B6-1471-4503-A42F-2356B7DC1F42}" srcOrd="0" destOrd="0" presId="urn:microsoft.com/office/officeart/2018/5/layout/CenteredIconLabelDescriptionList"/>
    <dgm:cxn modelId="{2BA5A476-33A7-D942-844E-6E0F7BF944E4}" type="presOf" srcId="{0364B9C2-780A-4DBC-BFAF-C75FC3306563}" destId="{7BC700B6-1471-4503-A42F-2356B7DC1F42}" srcOrd="0" destOrd="2" presId="urn:microsoft.com/office/officeart/2018/5/layout/CenteredIconLabelDescriptionList"/>
    <dgm:cxn modelId="{F3EE387C-3A3D-480A-94F1-A006702C9B96}" srcId="{8E39F7D0-C723-470E-8B5A-F241556EA945}" destId="{E883CD50-F49C-4B30-B2A7-8057A4B16D6C}" srcOrd="0" destOrd="0" parTransId="{3F36E515-8AAD-458A-B86A-A552AC710D25}" sibTransId="{BF2C5ED3-FD58-47F3-B1CB-505AC954D062}"/>
    <dgm:cxn modelId="{592DCC87-14DB-E846-BBC1-4E5D3EF2BBE3}" type="presOf" srcId="{8E39F7D0-C723-470E-8B5A-F241556EA945}" destId="{D18735E0-A8E3-41C2-8B6E-E1F65343466D}" srcOrd="0" destOrd="0" presId="urn:microsoft.com/office/officeart/2018/5/layout/CenteredIconLabelDescriptionList"/>
    <dgm:cxn modelId="{07575FA1-DAC6-0B47-BF10-5F986369A366}" type="presOf" srcId="{3EF355C0-AA15-4EB3-B8B4-DD2CCCB177C1}" destId="{DBBCF99F-F513-4A19-9BBC-F79DDF36B231}" srcOrd="0" destOrd="0" presId="urn:microsoft.com/office/officeart/2018/5/layout/CenteredIconLabelDescriptionList"/>
    <dgm:cxn modelId="{218FB2B2-BAA8-DB4D-B325-E3D8595A530E}" type="presOf" srcId="{4409CA68-D461-4EDF-A1A6-574C4DED2110}" destId="{9512CD57-A550-4740-917F-823F44C49B8B}" srcOrd="0" destOrd="3" presId="urn:microsoft.com/office/officeart/2018/5/layout/CenteredIconLabelDescriptionList"/>
    <dgm:cxn modelId="{462341D4-0660-3B48-B6D5-FCE3677C24EC}" type="presOf" srcId="{EF45B298-1078-4886-AC49-780F59B538FA}" destId="{9512CD57-A550-4740-917F-823F44C49B8B}" srcOrd="0" destOrd="0" presId="urn:microsoft.com/office/officeart/2018/5/layout/CenteredIconLabelDescriptionList"/>
    <dgm:cxn modelId="{0FD2B9D4-0A30-401C-B24D-9CA90FF1277C}" srcId="{3EF355C0-AA15-4EB3-B8B4-DD2CCCB177C1}" destId="{86131825-B348-4640-96D6-984561985C7B}" srcOrd="1" destOrd="0" parTransId="{0135BFBC-E14E-4634-B2CD-04F92FAEB5D1}" sibTransId="{E4987F14-D225-48BB-AAB2-83002EAC029C}"/>
    <dgm:cxn modelId="{3A3EB5DC-D146-204F-8217-8667FDED6FD3}" type="presOf" srcId="{989D64A3-FCF9-4A18-A072-AB50E735BCD3}" destId="{CDB0BA59-20B1-43F9-9ABD-B1F5D8F38C84}" srcOrd="0" destOrd="0" presId="urn:microsoft.com/office/officeart/2018/5/layout/CenteredIconLabelDescriptionList"/>
    <dgm:cxn modelId="{99E84DEA-1B01-4C13-A4F8-7DEBD24312F3}" srcId="{8E39F7D0-C723-470E-8B5A-F241556EA945}" destId="{0364B9C2-780A-4DBC-BFAF-C75FC3306563}" srcOrd="2" destOrd="0" parTransId="{8E155FFF-96F1-46C6-8F24-A4E1E6D4BBF5}" sibTransId="{5066B07A-6A91-4AE5-8AC3-41E0B1BFAF7C}"/>
    <dgm:cxn modelId="{2E0F1CF1-6104-4D2E-B51A-E779A5703CAE}" srcId="{8E39F7D0-C723-470E-8B5A-F241556EA945}" destId="{261FE072-BFAE-48F2-87E5-B4E2BB06BDAE}" srcOrd="1" destOrd="0" parTransId="{39B06C45-13D1-459B-9C3B-0F9D03500494}" sibTransId="{1D07FD68-8676-4EE2-AA04-E1A41913F1C3}"/>
    <dgm:cxn modelId="{BD5334F5-04D7-4F44-82FD-233A29BA5852}" type="presOf" srcId="{3EFE7A16-F38A-49F0-9AEE-96D055EBF89A}" destId="{9512CD57-A550-4740-917F-823F44C49B8B}" srcOrd="0" destOrd="2" presId="urn:microsoft.com/office/officeart/2018/5/layout/CenteredIconLabelDescriptionList"/>
    <dgm:cxn modelId="{FB481AFF-9ACC-487E-9D5E-D8DAEA621895}" srcId="{989D64A3-FCF9-4A18-A072-AB50E735BCD3}" destId="{8E39F7D0-C723-470E-8B5A-F241556EA945}" srcOrd="0" destOrd="0" parTransId="{7232380B-13DB-4D5D-8055-BD1B02DD403E}" sibTransId="{31863E44-AF03-4CCC-9816-2B4C2773B17E}"/>
    <dgm:cxn modelId="{60F1026F-6F14-7042-A072-8624059BFB43}" type="presParOf" srcId="{CDB0BA59-20B1-43F9-9ABD-B1F5D8F38C84}" destId="{DE3E078C-03C9-423D-8E72-C74F34E83BBA}" srcOrd="0" destOrd="0" presId="urn:microsoft.com/office/officeart/2018/5/layout/CenteredIconLabelDescriptionList"/>
    <dgm:cxn modelId="{9245D71C-A562-854A-8849-4202D838BC64}" type="presParOf" srcId="{DE3E078C-03C9-423D-8E72-C74F34E83BBA}" destId="{CA68E56F-F929-44E0-9962-32CA9A2C9195}" srcOrd="0" destOrd="0" presId="urn:microsoft.com/office/officeart/2018/5/layout/CenteredIconLabelDescriptionList"/>
    <dgm:cxn modelId="{1B84520D-7EF0-494D-A929-8483C536B128}" type="presParOf" srcId="{DE3E078C-03C9-423D-8E72-C74F34E83BBA}" destId="{F5DFC871-2550-4B44-8713-538D31780B68}" srcOrd="1" destOrd="0" presId="urn:microsoft.com/office/officeart/2018/5/layout/CenteredIconLabelDescriptionList"/>
    <dgm:cxn modelId="{F198BCCF-09A6-CB45-831C-D679F04752AE}" type="presParOf" srcId="{DE3E078C-03C9-423D-8E72-C74F34E83BBA}" destId="{D18735E0-A8E3-41C2-8B6E-E1F65343466D}" srcOrd="2" destOrd="0" presId="urn:microsoft.com/office/officeart/2018/5/layout/CenteredIconLabelDescriptionList"/>
    <dgm:cxn modelId="{28283BB4-1869-554C-89F1-273A642D794B}" type="presParOf" srcId="{DE3E078C-03C9-423D-8E72-C74F34E83BBA}" destId="{DA321DD7-62EA-4E07-921D-5055C1D9437A}" srcOrd="3" destOrd="0" presId="urn:microsoft.com/office/officeart/2018/5/layout/CenteredIconLabelDescriptionList"/>
    <dgm:cxn modelId="{CE042A88-B5AB-0846-9063-C2106E8947C7}" type="presParOf" srcId="{DE3E078C-03C9-423D-8E72-C74F34E83BBA}" destId="{7BC700B6-1471-4503-A42F-2356B7DC1F42}" srcOrd="4" destOrd="0" presId="urn:microsoft.com/office/officeart/2018/5/layout/CenteredIconLabelDescriptionList"/>
    <dgm:cxn modelId="{6E67562A-F773-0B44-A36F-A5B4EA72F987}" type="presParOf" srcId="{CDB0BA59-20B1-43F9-9ABD-B1F5D8F38C84}" destId="{E654E2F8-13CC-4750-8F99-370F80CE3CC1}" srcOrd="1" destOrd="0" presId="urn:microsoft.com/office/officeart/2018/5/layout/CenteredIconLabelDescriptionList"/>
    <dgm:cxn modelId="{1A7522D3-05F2-A747-8C90-FF984E241131}" type="presParOf" srcId="{CDB0BA59-20B1-43F9-9ABD-B1F5D8F38C84}" destId="{61177866-4E3E-4E6A-A814-C37FE6B4FD65}" srcOrd="2" destOrd="0" presId="urn:microsoft.com/office/officeart/2018/5/layout/CenteredIconLabelDescriptionList"/>
    <dgm:cxn modelId="{EC7B5376-2158-AD49-B4C9-419FCF64FE1E}" type="presParOf" srcId="{61177866-4E3E-4E6A-A814-C37FE6B4FD65}" destId="{79B81C8E-7CA6-41BE-9694-B886BB59393D}" srcOrd="0" destOrd="0" presId="urn:microsoft.com/office/officeart/2018/5/layout/CenteredIconLabelDescriptionList"/>
    <dgm:cxn modelId="{635BCB60-01F2-EF4A-9C5E-B1D80083EDBD}" type="presParOf" srcId="{61177866-4E3E-4E6A-A814-C37FE6B4FD65}" destId="{94C127F5-6C0E-46C2-B065-D253034481FE}" srcOrd="1" destOrd="0" presId="urn:microsoft.com/office/officeart/2018/5/layout/CenteredIconLabelDescriptionList"/>
    <dgm:cxn modelId="{5584F76E-98EE-8443-A42A-2EDE9ABDF147}" type="presParOf" srcId="{61177866-4E3E-4E6A-A814-C37FE6B4FD65}" destId="{DBBCF99F-F513-4A19-9BBC-F79DDF36B231}" srcOrd="2" destOrd="0" presId="urn:microsoft.com/office/officeart/2018/5/layout/CenteredIconLabelDescriptionList"/>
    <dgm:cxn modelId="{5819CC7C-2227-5B49-8D00-8587711408BA}" type="presParOf" srcId="{61177866-4E3E-4E6A-A814-C37FE6B4FD65}" destId="{EBA356AD-9BDD-4877-99CC-132409927DD9}" srcOrd="3" destOrd="0" presId="urn:microsoft.com/office/officeart/2018/5/layout/CenteredIconLabelDescriptionList"/>
    <dgm:cxn modelId="{38B13D34-B004-8244-89CE-A43585A378F2}" type="presParOf" srcId="{61177866-4E3E-4E6A-A814-C37FE6B4FD65}" destId="{9512CD57-A550-4740-917F-823F44C49B8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174F7A-6452-A540-BE1F-B248D1A72EB5}">
      <dsp:nvSpPr>
        <dsp:cNvPr id="0" name=""/>
        <dsp:cNvSpPr/>
      </dsp:nvSpPr>
      <dsp:spPr>
        <a:xfrm>
          <a:off x="0" y="100137"/>
          <a:ext cx="5000124" cy="9931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Case Study 115 </a:t>
          </a:r>
        </a:p>
      </dsp:txBody>
      <dsp:txXfrm>
        <a:off x="48481" y="148618"/>
        <a:ext cx="4903162" cy="896166"/>
      </dsp:txXfrm>
    </dsp:sp>
    <dsp:sp modelId="{D9E75BEE-0989-AC47-89A6-F64F29641744}">
      <dsp:nvSpPr>
        <dsp:cNvPr id="0" name=""/>
        <dsp:cNvSpPr/>
      </dsp:nvSpPr>
      <dsp:spPr>
        <a:xfrm>
          <a:off x="0" y="1165266"/>
          <a:ext cx="5000124" cy="993128"/>
        </a:xfrm>
        <a:prstGeom prst="roundRect">
          <a:avLst/>
        </a:prstGeom>
        <a:gradFill rotWithShape="0">
          <a:gsLst>
            <a:gs pos="0">
              <a:schemeClr val="accent2">
                <a:hueOff val="-363841"/>
                <a:satOff val="-20982"/>
                <a:lumOff val="215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363841"/>
                <a:satOff val="-20982"/>
                <a:lumOff val="215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363841"/>
                <a:satOff val="-20982"/>
                <a:lumOff val="215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Presented by: </a:t>
          </a:r>
          <a:r>
            <a:rPr lang="en-IN" sz="2500" kern="1200"/>
            <a:t>Bhaumikk Keer</a:t>
          </a:r>
          <a:endParaRPr lang="en-US" sz="2500" kern="1200"/>
        </a:p>
      </dsp:txBody>
      <dsp:txXfrm>
        <a:off x="48481" y="1213747"/>
        <a:ext cx="4903162" cy="896166"/>
      </dsp:txXfrm>
    </dsp:sp>
    <dsp:sp modelId="{FD63D7BD-5469-3040-BD66-34A7833410C1}">
      <dsp:nvSpPr>
        <dsp:cNvPr id="0" name=""/>
        <dsp:cNvSpPr/>
      </dsp:nvSpPr>
      <dsp:spPr>
        <a:xfrm>
          <a:off x="0" y="2230395"/>
          <a:ext cx="5000124" cy="993128"/>
        </a:xfrm>
        <a:prstGeom prst="roundRect">
          <a:avLst/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Roll No: 150096725030</a:t>
          </a:r>
        </a:p>
      </dsp:txBody>
      <dsp:txXfrm>
        <a:off x="48481" y="2278876"/>
        <a:ext cx="4903162" cy="896166"/>
      </dsp:txXfrm>
    </dsp:sp>
    <dsp:sp modelId="{43BCD7CC-B219-E641-ABA5-75BFDCD0EC50}">
      <dsp:nvSpPr>
        <dsp:cNvPr id="0" name=""/>
        <dsp:cNvSpPr/>
      </dsp:nvSpPr>
      <dsp:spPr>
        <a:xfrm>
          <a:off x="0" y="3295524"/>
          <a:ext cx="5000124" cy="993128"/>
        </a:xfrm>
        <a:prstGeom prst="roundRect">
          <a:avLst/>
        </a:prstGeom>
        <a:gradFill rotWithShape="0">
          <a:gsLst>
            <a:gs pos="0">
              <a:schemeClr val="accent2">
                <a:hueOff val="-1091522"/>
                <a:satOff val="-62946"/>
                <a:lumOff val="6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091522"/>
                <a:satOff val="-62946"/>
                <a:lumOff val="6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091522"/>
                <a:satOff val="-62946"/>
                <a:lumOff val="6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Cohort: Larry Page</a:t>
          </a:r>
        </a:p>
      </dsp:txBody>
      <dsp:txXfrm>
        <a:off x="48481" y="3344005"/>
        <a:ext cx="4903162" cy="896166"/>
      </dsp:txXfrm>
    </dsp:sp>
    <dsp:sp modelId="{AD8C6CA2-3D12-A24A-8220-429CC36A2151}">
      <dsp:nvSpPr>
        <dsp:cNvPr id="0" name=""/>
        <dsp:cNvSpPr/>
      </dsp:nvSpPr>
      <dsp:spPr>
        <a:xfrm>
          <a:off x="0" y="4360653"/>
          <a:ext cx="5000124" cy="993128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ITM Skills University — School of Future Tech</a:t>
          </a:r>
        </a:p>
      </dsp:txBody>
      <dsp:txXfrm>
        <a:off x="48481" y="4409134"/>
        <a:ext cx="4903162" cy="8961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68A99C-0E0D-A247-860F-58B1921CC999}">
      <dsp:nvSpPr>
        <dsp:cNvPr id="0" name=""/>
        <dsp:cNvSpPr/>
      </dsp:nvSpPr>
      <dsp:spPr>
        <a:xfrm>
          <a:off x="0" y="968720"/>
          <a:ext cx="5000124" cy="604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EF08E2-F772-4E47-ABD1-391BFB655872}">
      <dsp:nvSpPr>
        <dsp:cNvPr id="0" name=""/>
        <dsp:cNvSpPr/>
      </dsp:nvSpPr>
      <dsp:spPr>
        <a:xfrm>
          <a:off x="250006" y="614480"/>
          <a:ext cx="3500086" cy="7084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1. Introduction</a:t>
          </a:r>
        </a:p>
      </dsp:txBody>
      <dsp:txXfrm>
        <a:off x="284591" y="649065"/>
        <a:ext cx="3430916" cy="639310"/>
      </dsp:txXfrm>
    </dsp:sp>
    <dsp:sp modelId="{B37264FD-149C-2247-8BA6-7A9D99B836C6}">
      <dsp:nvSpPr>
        <dsp:cNvPr id="0" name=""/>
        <dsp:cNvSpPr/>
      </dsp:nvSpPr>
      <dsp:spPr>
        <a:xfrm>
          <a:off x="0" y="2057360"/>
          <a:ext cx="5000124" cy="604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2FA285-9239-2048-9568-2F592E664905}">
      <dsp:nvSpPr>
        <dsp:cNvPr id="0" name=""/>
        <dsp:cNvSpPr/>
      </dsp:nvSpPr>
      <dsp:spPr>
        <a:xfrm>
          <a:off x="250006" y="1703120"/>
          <a:ext cx="3500086" cy="708480"/>
        </a:xfrm>
        <a:prstGeom prst="roundRect">
          <a:avLst/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2. Problem Statement</a:t>
          </a:r>
        </a:p>
      </dsp:txBody>
      <dsp:txXfrm>
        <a:off x="284591" y="1737705"/>
        <a:ext cx="3430916" cy="639310"/>
      </dsp:txXfrm>
    </dsp:sp>
    <dsp:sp modelId="{4E45F7CE-E3D2-7B4F-836F-B308CCAA7197}">
      <dsp:nvSpPr>
        <dsp:cNvPr id="0" name=""/>
        <dsp:cNvSpPr/>
      </dsp:nvSpPr>
      <dsp:spPr>
        <a:xfrm>
          <a:off x="0" y="3146000"/>
          <a:ext cx="5000124" cy="604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4514F4-0A5D-184F-A7D1-5784A4C62141}">
      <dsp:nvSpPr>
        <dsp:cNvPr id="0" name=""/>
        <dsp:cNvSpPr/>
      </dsp:nvSpPr>
      <dsp:spPr>
        <a:xfrm>
          <a:off x="250006" y="2791759"/>
          <a:ext cx="3500086" cy="708480"/>
        </a:xfrm>
        <a:prstGeom prst="roundRect">
          <a:avLst/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3. Methods &amp; Algorithms</a:t>
          </a:r>
        </a:p>
      </dsp:txBody>
      <dsp:txXfrm>
        <a:off x="284591" y="2826344"/>
        <a:ext cx="3430916" cy="639310"/>
      </dsp:txXfrm>
    </dsp:sp>
    <dsp:sp modelId="{697698F6-3CBB-8C4A-B255-7EEF77A4CD9D}">
      <dsp:nvSpPr>
        <dsp:cNvPr id="0" name=""/>
        <dsp:cNvSpPr/>
      </dsp:nvSpPr>
      <dsp:spPr>
        <a:xfrm>
          <a:off x="0" y="4234639"/>
          <a:ext cx="5000124" cy="604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EB9055-EEAD-0140-9A45-1584837F1F0B}">
      <dsp:nvSpPr>
        <dsp:cNvPr id="0" name=""/>
        <dsp:cNvSpPr/>
      </dsp:nvSpPr>
      <dsp:spPr>
        <a:xfrm>
          <a:off x="250006" y="3880400"/>
          <a:ext cx="3500086" cy="70848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4. Results &amp; Conclusion</a:t>
          </a:r>
        </a:p>
      </dsp:txBody>
      <dsp:txXfrm>
        <a:off x="284591" y="3914985"/>
        <a:ext cx="3430916" cy="6393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D232AF-9965-407E-A746-FD0EF48675D0}">
      <dsp:nvSpPr>
        <dsp:cNvPr id="0" name=""/>
        <dsp:cNvSpPr/>
      </dsp:nvSpPr>
      <dsp:spPr>
        <a:xfrm>
          <a:off x="840986" y="392674"/>
          <a:ext cx="702421" cy="7024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D16AA0-5E20-40F7-B91C-B000F91D87B7}">
      <dsp:nvSpPr>
        <dsp:cNvPr id="0" name=""/>
        <dsp:cNvSpPr/>
      </dsp:nvSpPr>
      <dsp:spPr>
        <a:xfrm>
          <a:off x="411728" y="1356176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Console-based Course Registration System implemented in C++</a:t>
          </a:r>
        </a:p>
      </dsp:txBody>
      <dsp:txXfrm>
        <a:off x="411728" y="1356176"/>
        <a:ext cx="1560937" cy="624375"/>
      </dsp:txXfrm>
    </dsp:sp>
    <dsp:sp modelId="{FC2FB581-644B-45FA-BEF8-AFC96A2F5A9C}">
      <dsp:nvSpPr>
        <dsp:cNvPr id="0" name=""/>
        <dsp:cNvSpPr/>
      </dsp:nvSpPr>
      <dsp:spPr>
        <a:xfrm>
          <a:off x="2675088" y="392674"/>
          <a:ext cx="702421" cy="7024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43D843-2FF8-4187-A14A-1A01C4CA364A}">
      <dsp:nvSpPr>
        <dsp:cNvPr id="0" name=""/>
        <dsp:cNvSpPr/>
      </dsp:nvSpPr>
      <dsp:spPr>
        <a:xfrm>
          <a:off x="2245830" y="1356176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Simulates a simplified university enrollment process</a:t>
          </a:r>
        </a:p>
      </dsp:txBody>
      <dsp:txXfrm>
        <a:off x="2245830" y="1356176"/>
        <a:ext cx="1560937" cy="624375"/>
      </dsp:txXfrm>
    </dsp:sp>
    <dsp:sp modelId="{8ABCE69C-86F8-48D3-9CCD-38C85E540C80}">
      <dsp:nvSpPr>
        <dsp:cNvPr id="0" name=""/>
        <dsp:cNvSpPr/>
      </dsp:nvSpPr>
      <dsp:spPr>
        <a:xfrm>
          <a:off x="4509189" y="392674"/>
          <a:ext cx="702421" cy="7024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BE95F0-64BA-431B-8943-DD745CBEFC6A}">
      <dsp:nvSpPr>
        <dsp:cNvPr id="0" name=""/>
        <dsp:cNvSpPr/>
      </dsp:nvSpPr>
      <dsp:spPr>
        <a:xfrm>
          <a:off x="4079932" y="1356176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Menu-driven interface </a:t>
          </a:r>
        </a:p>
      </dsp:txBody>
      <dsp:txXfrm>
        <a:off x="4079932" y="1356176"/>
        <a:ext cx="1560937" cy="624375"/>
      </dsp:txXfrm>
    </dsp:sp>
    <dsp:sp modelId="{7974D653-2982-484B-88AD-3F353EF6E106}">
      <dsp:nvSpPr>
        <dsp:cNvPr id="0" name=""/>
        <dsp:cNvSpPr/>
      </dsp:nvSpPr>
      <dsp:spPr>
        <a:xfrm>
          <a:off x="6343291" y="392674"/>
          <a:ext cx="702421" cy="70242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17A57B-8125-4F74-8706-29000A0561A0}">
      <dsp:nvSpPr>
        <dsp:cNvPr id="0" name=""/>
        <dsp:cNvSpPr/>
      </dsp:nvSpPr>
      <dsp:spPr>
        <a:xfrm>
          <a:off x="5914033" y="1356176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View available courses</a:t>
          </a:r>
        </a:p>
      </dsp:txBody>
      <dsp:txXfrm>
        <a:off x="5914033" y="1356176"/>
        <a:ext cx="1560937" cy="624375"/>
      </dsp:txXfrm>
    </dsp:sp>
    <dsp:sp modelId="{0C1975C6-E3C3-433A-80F7-E1449824E7D6}">
      <dsp:nvSpPr>
        <dsp:cNvPr id="0" name=""/>
        <dsp:cNvSpPr/>
      </dsp:nvSpPr>
      <dsp:spPr>
        <a:xfrm>
          <a:off x="840986" y="2370786"/>
          <a:ext cx="702421" cy="70242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A29CC0-09B2-430A-9ADB-12F9C79DE89A}">
      <dsp:nvSpPr>
        <dsp:cNvPr id="0" name=""/>
        <dsp:cNvSpPr/>
      </dsp:nvSpPr>
      <dsp:spPr>
        <a:xfrm>
          <a:off x="411728" y="3334288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Register for courses</a:t>
          </a:r>
        </a:p>
      </dsp:txBody>
      <dsp:txXfrm>
        <a:off x="411728" y="3334288"/>
        <a:ext cx="1560937" cy="624375"/>
      </dsp:txXfrm>
    </dsp:sp>
    <dsp:sp modelId="{F500F888-2ECC-43AD-8BFC-30F1390558D3}">
      <dsp:nvSpPr>
        <dsp:cNvPr id="0" name=""/>
        <dsp:cNvSpPr/>
      </dsp:nvSpPr>
      <dsp:spPr>
        <a:xfrm>
          <a:off x="2675088" y="2370786"/>
          <a:ext cx="702421" cy="70242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D88F0F-4DA8-4BFC-82F9-1AAFB467EB6E}">
      <dsp:nvSpPr>
        <dsp:cNvPr id="0" name=""/>
        <dsp:cNvSpPr/>
      </dsp:nvSpPr>
      <dsp:spPr>
        <a:xfrm>
          <a:off x="2245830" y="3334288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Drop courses</a:t>
          </a:r>
        </a:p>
      </dsp:txBody>
      <dsp:txXfrm>
        <a:off x="2245830" y="3334288"/>
        <a:ext cx="1560937" cy="624375"/>
      </dsp:txXfrm>
    </dsp:sp>
    <dsp:sp modelId="{BD84C8E7-F30E-4E5E-A472-177AE2C996D3}">
      <dsp:nvSpPr>
        <dsp:cNvPr id="0" name=""/>
        <dsp:cNvSpPr/>
      </dsp:nvSpPr>
      <dsp:spPr>
        <a:xfrm>
          <a:off x="4509189" y="2370786"/>
          <a:ext cx="702421" cy="702421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8075F7-0C0C-4193-AFE0-57A82363EA5A}">
      <dsp:nvSpPr>
        <dsp:cNvPr id="0" name=""/>
        <dsp:cNvSpPr/>
      </dsp:nvSpPr>
      <dsp:spPr>
        <a:xfrm>
          <a:off x="4079932" y="3334288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View registered courses</a:t>
          </a:r>
        </a:p>
      </dsp:txBody>
      <dsp:txXfrm>
        <a:off x="4079932" y="3334288"/>
        <a:ext cx="1560937" cy="624375"/>
      </dsp:txXfrm>
    </dsp:sp>
    <dsp:sp modelId="{18F7B9FE-15C7-4C72-90FF-D992DD6311D4}">
      <dsp:nvSpPr>
        <dsp:cNvPr id="0" name=""/>
        <dsp:cNvSpPr/>
      </dsp:nvSpPr>
      <dsp:spPr>
        <a:xfrm>
          <a:off x="6343291" y="2370786"/>
          <a:ext cx="702421" cy="702421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BF419C-11C3-4EDD-BDFE-42D7BD414B42}">
      <dsp:nvSpPr>
        <dsp:cNvPr id="0" name=""/>
        <dsp:cNvSpPr/>
      </dsp:nvSpPr>
      <dsp:spPr>
        <a:xfrm>
          <a:off x="5914033" y="3334288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Uses C++ structs and arrays for data management</a:t>
          </a:r>
        </a:p>
      </dsp:txBody>
      <dsp:txXfrm>
        <a:off x="5914033" y="3334288"/>
        <a:ext cx="1560937" cy="62437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68E56F-F929-44E0-9962-32CA9A2C9195}">
      <dsp:nvSpPr>
        <dsp:cNvPr id="0" name=""/>
        <dsp:cNvSpPr/>
      </dsp:nvSpPr>
      <dsp:spPr>
        <a:xfrm>
          <a:off x="1225335" y="380009"/>
          <a:ext cx="1318570" cy="13185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8735E0-A8E3-41C2-8B6E-E1F65343466D}">
      <dsp:nvSpPr>
        <dsp:cNvPr id="0" name=""/>
        <dsp:cNvSpPr/>
      </dsp:nvSpPr>
      <dsp:spPr>
        <a:xfrm>
          <a:off x="949" y="1846189"/>
          <a:ext cx="3767343" cy="565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Problem:</a:t>
          </a:r>
        </a:p>
      </dsp:txBody>
      <dsp:txXfrm>
        <a:off x="949" y="1846189"/>
        <a:ext cx="3767343" cy="565101"/>
      </dsp:txXfrm>
    </dsp:sp>
    <dsp:sp modelId="{7BC700B6-1471-4503-A42F-2356B7DC1F42}">
      <dsp:nvSpPr>
        <dsp:cNvPr id="0" name=""/>
        <dsp:cNvSpPr/>
      </dsp:nvSpPr>
      <dsp:spPr>
        <a:xfrm>
          <a:off x="949" y="2479947"/>
          <a:ext cx="3767343" cy="1332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Manual seat tracking causes duplicate registrations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Risk of exceeding course capacity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Difficult to manage enrollments</a:t>
          </a:r>
        </a:p>
      </dsp:txBody>
      <dsp:txXfrm>
        <a:off x="949" y="2479947"/>
        <a:ext cx="3767343" cy="1332848"/>
      </dsp:txXfrm>
    </dsp:sp>
    <dsp:sp modelId="{79B81C8E-7CA6-41BE-9694-B886BB59393D}">
      <dsp:nvSpPr>
        <dsp:cNvPr id="0" name=""/>
        <dsp:cNvSpPr/>
      </dsp:nvSpPr>
      <dsp:spPr>
        <a:xfrm>
          <a:off x="5651964" y="380009"/>
          <a:ext cx="1318570" cy="13185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BCF99F-F513-4A19-9BBC-F79DDF36B231}">
      <dsp:nvSpPr>
        <dsp:cNvPr id="0" name=""/>
        <dsp:cNvSpPr/>
      </dsp:nvSpPr>
      <dsp:spPr>
        <a:xfrm>
          <a:off x="4427578" y="1846189"/>
          <a:ext cx="3767343" cy="565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Solution:</a:t>
          </a:r>
        </a:p>
      </dsp:txBody>
      <dsp:txXfrm>
        <a:off x="4427578" y="1846189"/>
        <a:ext cx="3767343" cy="565101"/>
      </dsp:txXfrm>
    </dsp:sp>
    <dsp:sp modelId="{9512CD57-A550-4740-917F-823F44C49B8B}">
      <dsp:nvSpPr>
        <dsp:cNvPr id="0" name=""/>
        <dsp:cNvSpPr/>
      </dsp:nvSpPr>
      <dsp:spPr>
        <a:xfrm>
          <a:off x="4427578" y="2479947"/>
          <a:ext cx="3767343" cy="1332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Duplicate enrollment prevention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Course capacity validation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Maximum course limit per student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Instant feedback to users</a:t>
          </a:r>
        </a:p>
      </dsp:txBody>
      <dsp:txXfrm>
        <a:off x="4427578" y="2479947"/>
        <a:ext cx="3767343" cy="13328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306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051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544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273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734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681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78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849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866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574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147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8838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Course Registration System (C++)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07372F-BD5F-2C9A-A8EF-E3C20417DC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416628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Index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090E04-84FC-F5F4-2F46-A39203A372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995107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IN" sz="4500"/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C28C7F-DD73-4667-E1F4-7DD89E809D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813550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E25811C-A9E8-3658-B67E-F06BE49887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767120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r>
              <a:rPr lang="en-IN" sz="4300"/>
              <a:t>Working – Methods &amp; Algorithms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sX0" fmla="*/ 0 w 2606040"/>
              <a:gd name="csY0" fmla="*/ 0 h 18288"/>
              <a:gd name="csX1" fmla="*/ 625450 w 2606040"/>
              <a:gd name="csY1" fmla="*/ 0 h 18288"/>
              <a:gd name="csX2" fmla="*/ 1224839 w 2606040"/>
              <a:gd name="csY2" fmla="*/ 0 h 18288"/>
              <a:gd name="csX3" fmla="*/ 1824228 w 2606040"/>
              <a:gd name="csY3" fmla="*/ 0 h 18288"/>
              <a:gd name="csX4" fmla="*/ 2606040 w 2606040"/>
              <a:gd name="csY4" fmla="*/ 0 h 18288"/>
              <a:gd name="csX5" fmla="*/ 2606040 w 2606040"/>
              <a:gd name="csY5" fmla="*/ 18288 h 18288"/>
              <a:gd name="csX6" fmla="*/ 1902409 w 2606040"/>
              <a:gd name="csY6" fmla="*/ 18288 h 18288"/>
              <a:gd name="csX7" fmla="*/ 1276960 w 2606040"/>
              <a:gd name="csY7" fmla="*/ 18288 h 18288"/>
              <a:gd name="csX8" fmla="*/ 677570 w 2606040"/>
              <a:gd name="csY8" fmla="*/ 18288 h 18288"/>
              <a:gd name="csX9" fmla="*/ 0 w 2606040"/>
              <a:gd name="csY9" fmla="*/ 18288 h 18288"/>
              <a:gd name="csX10" fmla="*/ 0 w 260604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200" dirty="0"/>
              <a:t>Data Model:</a:t>
            </a:r>
          </a:p>
          <a:p>
            <a:r>
              <a:rPr lang="en-IN" sz="1200" dirty="0"/>
              <a:t>struct Course { code, name, capacity, enrolled }</a:t>
            </a:r>
          </a:p>
          <a:p>
            <a:endParaRPr lang="en-IN" sz="1200" dirty="0"/>
          </a:p>
          <a:p>
            <a:pPr marL="0" indent="0">
              <a:buNone/>
            </a:pPr>
            <a:r>
              <a:rPr lang="en-IN" sz="1200" dirty="0"/>
              <a:t>Algorithms Used:</a:t>
            </a:r>
          </a:p>
          <a:p>
            <a:r>
              <a:rPr lang="en-IN" sz="1200" dirty="0"/>
              <a:t>Linear search to prevent duplicates</a:t>
            </a:r>
          </a:p>
          <a:p>
            <a:r>
              <a:rPr lang="en-IN" sz="1200" dirty="0"/>
              <a:t>Array compaction when dropping a course</a:t>
            </a:r>
          </a:p>
          <a:p>
            <a:r>
              <a:rPr lang="en-IN" sz="1200" dirty="0"/>
              <a:t> Boundary validation for safe inputs</a:t>
            </a:r>
          </a:p>
          <a:p>
            <a:endParaRPr lang="en-IN" sz="1200" dirty="0"/>
          </a:p>
          <a:p>
            <a:pPr marL="0" indent="0">
              <a:buNone/>
            </a:pPr>
            <a:r>
              <a:rPr lang="en-IN" sz="1200" dirty="0"/>
              <a:t>Menu Control:</a:t>
            </a:r>
          </a:p>
          <a:p>
            <a:r>
              <a:rPr lang="en-IN" sz="1200" dirty="0"/>
              <a:t>while(true) loop with switch-case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85428679-DE37-A174-9E41-6D7151A4D0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77" r="44808" b="-1"/>
          <a:stretch>
            <a:fillRect/>
          </a:stretch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36390"/>
            <a:ext cx="4616991" cy="1182927"/>
          </a:xfrm>
        </p:spPr>
        <p:txBody>
          <a:bodyPr anchor="b">
            <a:normAutofit/>
          </a:bodyPr>
          <a:lstStyle/>
          <a:p>
            <a:r>
              <a:rPr lang="en-IN" sz="3800"/>
              <a:t>Results &amp; Conclusion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06470"/>
            <a:ext cx="5927792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2832" y="2829330"/>
            <a:ext cx="4642809" cy="334445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Results:</a:t>
            </a:r>
          </a:p>
          <a:p>
            <a:pPr marL="400050" lvl="1" indent="0">
              <a:buNone/>
            </a:pPr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• Registration works correctly</a:t>
            </a:r>
          </a:p>
          <a:p>
            <a:pPr marL="400050" lvl="1" indent="0">
              <a:buNone/>
            </a:pPr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• Duplicate registrations prevented</a:t>
            </a:r>
          </a:p>
          <a:p>
            <a:pPr marL="400050" lvl="1" indent="0">
              <a:buNone/>
            </a:pPr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• Capacity limits enforced</a:t>
            </a:r>
          </a:p>
          <a:p>
            <a:pPr marL="400050" lvl="1" indent="0">
              <a:buNone/>
            </a:pPr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• Courses can be dropped safely</a:t>
            </a:r>
          </a:p>
          <a:p>
            <a:pPr marL="0" indent="0">
              <a:buNone/>
            </a:pPr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Learning Outcomes:</a:t>
            </a:r>
          </a:p>
          <a:p>
            <a:pPr marL="400050" lvl="1" indent="0">
              <a:buNone/>
            </a:pPr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• Struct-based data modeling</a:t>
            </a:r>
          </a:p>
          <a:p>
            <a:pPr marL="400050" lvl="1" indent="0">
              <a:buNone/>
            </a:pPr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• Array search and compaction</a:t>
            </a:r>
          </a:p>
          <a:p>
            <a:pPr marL="400050" lvl="1" indent="0">
              <a:buNone/>
            </a:pPr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• Menu-driven program design</a:t>
            </a:r>
          </a:p>
        </p:txBody>
      </p:sp>
      <p:pic>
        <p:nvPicPr>
          <p:cNvPr id="7" name="Graphic 6" descr="Tick">
            <a:extLst>
              <a:ext uri="{FF2B5EF4-FFF2-40B4-BE49-F238E27FC236}">
                <a16:creationId xmlns:a16="http://schemas.microsoft.com/office/drawing/2014/main" id="{478896D7-C8B1-37D2-ADB5-543BD5B86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9489" y="2424435"/>
            <a:ext cx="2661303" cy="2661303"/>
          </a:xfrm>
          <a:prstGeom prst="rect">
            <a:avLst/>
          </a:prstGeom>
        </p:spPr>
      </p:pic>
      <p:sp>
        <p:nvSpPr>
          <p:cNvPr id="16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3414" y="1899284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646" y="2189928"/>
            <a:ext cx="68354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357" y="2960716"/>
            <a:ext cx="3027251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5356" y="953037"/>
            <a:ext cx="3027250" cy="17098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Questions Welcome!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2984992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64357" y="391886"/>
            <a:ext cx="4507025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fferent coloured question marks">
            <a:extLst>
              <a:ext uri="{FF2B5EF4-FFF2-40B4-BE49-F238E27FC236}">
                <a16:creationId xmlns:a16="http://schemas.microsoft.com/office/drawing/2014/main" id="{5AA84CF5-9D9A-3275-BCC9-BB39C8A599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06" r="8018" b="-1"/>
          <a:stretch>
            <a:fillRect/>
          </a:stretch>
        </p:blipFill>
        <p:spPr>
          <a:xfrm>
            <a:off x="4441869" y="2015627"/>
            <a:ext cx="4152000" cy="27679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</TotalTime>
  <Words>225</Words>
  <Application>Microsoft Macintosh PowerPoint</Application>
  <PresentationFormat>On-screen Show (4:3)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2013 - 2022 Theme</vt:lpstr>
      <vt:lpstr>Course Registration System (C++)</vt:lpstr>
      <vt:lpstr>Index</vt:lpstr>
      <vt:lpstr>Introduction</vt:lpstr>
      <vt:lpstr>Problem Statement</vt:lpstr>
      <vt:lpstr>Working – Methods &amp; Algorithms</vt:lpstr>
      <vt:lpstr>Results &amp; 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Bhaumikk Keer</cp:lastModifiedBy>
  <cp:revision>2</cp:revision>
  <dcterms:created xsi:type="dcterms:W3CDTF">2013-01-27T09:14:16Z</dcterms:created>
  <dcterms:modified xsi:type="dcterms:W3CDTF">2026-03-11T07:39:23Z</dcterms:modified>
  <cp:category/>
</cp:coreProperties>
</file>
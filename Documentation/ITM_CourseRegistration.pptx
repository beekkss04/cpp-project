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1"/>
                </a:solidFill>
              </a:rPr>
              <a:t>Course Registration System (C++)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2" b="1" dirty="0">
                <a:solidFill>
                  <a:schemeClr val="lt1"/>
                </a:solidFill>
              </a:rPr>
              <a:t>By Bhaumik | 150096725030 | Larry Page </a:t>
            </a:r>
            <a:endParaRPr sz="832" b="1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Introduction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Problem Statement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Working – Methods &amp; Algorithms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Results &amp; Conclusion</a:t>
            </a:r>
            <a:endParaRPr dirty="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Introduction</a:t>
            </a:r>
          </a:p>
        </p:txBody>
      </p:sp>
      <p:sp>
        <p:nvSpPr>
          <p:cNvPr id="102" name="Body 102"/>
          <p:cNvSpPr txBox="1">
            <a:spLocks noGrp="1"/>
          </p:cNvSpPr>
          <p:nvPr>
            <p:ph type="body" idx="1"/>
          </p:nvPr>
        </p:nvSpPr>
        <p:spPr>
          <a:xfrm>
            <a:off x="311700" y="1100000"/>
            <a:ext cx="8520600" cy="3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200"/>
              </a:spcBef>
              <a:spcAft>
                <a:spcPts val="200"/>
              </a:spcAft>
              <a:buSzPts val="1600"/>
              <a:buChar char="•"/>
            </a:pPr>
            <a:r>
              <a:rPr lang="en-GB" sz="1600" b="1"/>
              <a:t>What is the Course Registration System?</a:t>
            </a:r>
            <a:endParaRPr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/>
              <a:t>A C++ console-based application to manage student course registrations</a:t>
            </a:r>
            <a:endParaRPr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/>
              <a:t>Enables adding, viewing, and dropping courses with real-time validation</a:t>
            </a:r>
            <a:endParaRPr/>
          </a:p>
          <a:p>
            <a:pPr marL="457200" lvl="0" indent="-342900" algn="l" rtl="0">
              <a:spcBef>
                <a:spcPts val="200"/>
              </a:spcBef>
              <a:spcAft>
                <a:spcPts val="200"/>
              </a:spcAft>
              <a:buSzPts val="1600"/>
              <a:buChar char="•"/>
            </a:pPr>
            <a:r>
              <a:rPr lang="en-GB" sz="1600" b="1"/>
              <a:t>Key Features</a:t>
            </a:r>
            <a:endParaRPr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/>
              <a:t>Register for available courses by course code</a:t>
            </a:r>
            <a:endParaRPr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/>
              <a:t>View currently registered courses</a:t>
            </a:r>
            <a:endParaRPr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/>
              <a:t>Drop a course safely from the enrolled list</a:t>
            </a:r>
            <a:endParaRPr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/>
              <a:t>Duplicate and capacity checks built-in</a:t>
            </a:r>
            <a:endParaRPr/>
          </a:p>
          <a:p>
            <a:pPr marL="457200" lvl="0" indent="-342900" algn="l" rtl="0">
              <a:spcBef>
                <a:spcPts val="200"/>
              </a:spcBef>
              <a:spcAft>
                <a:spcPts val="200"/>
              </a:spcAft>
              <a:buSzPts val="1600"/>
              <a:buChar char="•"/>
            </a:pPr>
            <a:r>
              <a:rPr lang="en-GB" sz="1600" b="1"/>
              <a:t>Technologies Used</a:t>
            </a:r>
            <a:endParaRPr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/>
              <a:t>Language: C++ | Paradigm: Procedural / Struct-based</a:t>
            </a:r>
            <a:endParaRPr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/>
              <a:t>IDE: Code::Blocks / Dev-C++ | Concepts: Arrays, Structs, Loops, Switch-Case</a:t>
            </a:r>
            <a:endParaRPr/>
          </a:p>
        </p:txBody>
      </p:sp>
      <p:pic>
        <p:nvPicPr>
          <p:cNvPr id="103" name="Logo 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Problem Statement</a:t>
            </a:r>
          </a:p>
        </p:txBody>
      </p:sp>
      <p:sp>
        <p:nvSpPr>
          <p:cNvPr id="112" name="Body 112"/>
          <p:cNvSpPr txBox="1">
            <a:spLocks noGrp="1"/>
          </p:cNvSpPr>
          <p:nvPr>
            <p:ph type="body" idx="1"/>
          </p:nvPr>
        </p:nvSpPr>
        <p:spPr>
          <a:xfrm>
            <a:off x="311700" y="1100000"/>
            <a:ext cx="8520600" cy="3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200"/>
              </a:spcBef>
              <a:spcAft>
                <a:spcPts val="200"/>
              </a:spcAft>
              <a:buSzPts val="1600"/>
              <a:buChar char="•"/>
            </a:pPr>
            <a:r>
              <a:rPr lang="en-GB" sz="1600" b="1" dirty="0"/>
              <a:t>The Problem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Students often register for wrong or already-full courses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No easy way to track enrolled courses or enforce seat limits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Manual record-keeping is error-prone and slow</a:t>
            </a:r>
            <a:endParaRPr dirty="0"/>
          </a:p>
          <a:p>
            <a:pPr marL="457200" lvl="0" indent="-342900" algn="l" rtl="0">
              <a:spcBef>
                <a:spcPts val="200"/>
              </a:spcBef>
              <a:spcAft>
                <a:spcPts val="200"/>
              </a:spcAft>
              <a:buSzPts val="1600"/>
              <a:buChar char="•"/>
            </a:pPr>
            <a:r>
              <a:rPr lang="en-GB" sz="1600" b="1" dirty="0"/>
              <a:t>Challenges Addressed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Prevent duplicate course registrations per student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Enforce capacity limits each course has a maximum seat count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Allow safe course removal without corrupting the enrolled list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Provide a simple, menu-driven interface for ease of use</a:t>
            </a:r>
            <a:endParaRPr dirty="0"/>
          </a:p>
          <a:p>
            <a:pPr marL="457200" lvl="0" indent="-342900" algn="l" rtl="0">
              <a:spcBef>
                <a:spcPts val="200"/>
              </a:spcBef>
              <a:spcAft>
                <a:spcPts val="200"/>
              </a:spcAft>
              <a:buSzPts val="1600"/>
              <a:buChar char="•"/>
            </a:pPr>
            <a:r>
              <a:rPr lang="en-GB" sz="1600" b="1" dirty="0"/>
              <a:t>Goal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Build a reliable, C++-based registration system using core programming concepts</a:t>
            </a:r>
            <a:endParaRPr dirty="0"/>
          </a:p>
        </p:txBody>
      </p:sp>
      <p:pic>
        <p:nvPicPr>
          <p:cNvPr id="113" name="Logo 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Working – Methods &amp; Algorithms</a:t>
            </a:r>
          </a:p>
        </p:txBody>
      </p:sp>
      <p:sp>
        <p:nvSpPr>
          <p:cNvPr id="122" name="Body 122"/>
          <p:cNvSpPr txBox="1">
            <a:spLocks noGrp="1"/>
          </p:cNvSpPr>
          <p:nvPr>
            <p:ph type="body" idx="1"/>
          </p:nvPr>
        </p:nvSpPr>
        <p:spPr>
          <a:xfrm>
            <a:off x="311700" y="1100000"/>
            <a:ext cx="8520600" cy="3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200"/>
              </a:spcBef>
              <a:spcAft>
                <a:spcPts val="200"/>
              </a:spcAft>
              <a:buSzPts val="1600"/>
              <a:buChar char="•"/>
            </a:pPr>
            <a:r>
              <a:rPr lang="en-GB" sz="1600" b="1" dirty="0"/>
              <a:t>Data Model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struct Course { code, name, capacity, enrolled } — stores all course data</a:t>
            </a:r>
            <a:endParaRPr dirty="0"/>
          </a:p>
          <a:p>
            <a:pPr marL="457200" lvl="0" indent="-342900" algn="l" rtl="0">
              <a:spcBef>
                <a:spcPts val="200"/>
              </a:spcBef>
              <a:spcAft>
                <a:spcPts val="200"/>
              </a:spcAft>
              <a:buSzPts val="1600"/>
              <a:buChar char="•"/>
            </a:pPr>
            <a:r>
              <a:rPr lang="en-GB" sz="1600" b="1" dirty="0"/>
              <a:t>Core Algorithms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Linear Search  scan enrolled list to prevent duplicate registrations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Array Compaction shift elements left when a course is dropped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Boundary Validation check capacity before confirming registration</a:t>
            </a:r>
            <a:endParaRPr dirty="0"/>
          </a:p>
          <a:p>
            <a:pPr marL="457200" lvl="0" indent="-342900" algn="l" rtl="0">
              <a:spcBef>
                <a:spcPts val="200"/>
              </a:spcBef>
              <a:spcAft>
                <a:spcPts val="200"/>
              </a:spcAft>
              <a:buSzPts val="1600"/>
              <a:buChar char="•"/>
            </a:pPr>
            <a:r>
              <a:rPr lang="en-GB" sz="1600" b="1" dirty="0"/>
              <a:t>Program Flow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while(true) loop drives the menu switch-case handles each user choice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Input validated at every step to prevent illegal operations</a:t>
            </a:r>
            <a:endParaRPr dirty="0"/>
          </a:p>
        </p:txBody>
      </p:sp>
      <p:pic>
        <p:nvPicPr>
          <p:cNvPr id="123" name="Logo 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 1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Results &amp; Conclusion</a:t>
            </a:r>
          </a:p>
        </p:txBody>
      </p:sp>
      <p:sp>
        <p:nvSpPr>
          <p:cNvPr id="132" name="Body 132"/>
          <p:cNvSpPr txBox="1">
            <a:spLocks noGrp="1"/>
          </p:cNvSpPr>
          <p:nvPr>
            <p:ph type="body" idx="1"/>
          </p:nvPr>
        </p:nvSpPr>
        <p:spPr>
          <a:xfrm>
            <a:off x="311700" y="1100000"/>
            <a:ext cx="7500000" cy="3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spcBef>
                <a:spcPts val="200"/>
              </a:spcBef>
              <a:spcAft>
                <a:spcPts val="200"/>
              </a:spcAft>
              <a:buSzPts val="1600"/>
              <a:buChar char="•"/>
            </a:pPr>
            <a:r>
              <a:rPr lang="en-GB" sz="1600" b="1" dirty="0"/>
              <a:t>Results Achieved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Course registration works correctly across all test cases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Duplicate registrations successfully detected and blocked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Seat capacity limits enforced no over-</a:t>
            </a:r>
            <a:r>
              <a:rPr lang="en-GB" sz="1400" dirty="0" err="1"/>
              <a:t>enrollment</a:t>
            </a:r>
            <a:r>
              <a:rPr lang="en-GB" sz="1400" dirty="0"/>
              <a:t> possible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Courses can be dropped safely; list remains consistent after removal</a:t>
            </a:r>
            <a:endParaRPr dirty="0"/>
          </a:p>
          <a:p>
            <a:pPr marL="457200" lvl="0" indent="-342900" algn="l" rtl="0">
              <a:spcBef>
                <a:spcPts val="200"/>
              </a:spcBef>
              <a:spcAft>
                <a:spcPts val="200"/>
              </a:spcAft>
              <a:buSzPts val="1600"/>
              <a:buChar char="•"/>
            </a:pPr>
            <a:r>
              <a:rPr lang="en-GB" sz="1600" b="1" dirty="0"/>
              <a:t>Learning Outcomes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Struct-based data </a:t>
            </a:r>
            <a:r>
              <a:rPr lang="en-GB" sz="1400" dirty="0" err="1"/>
              <a:t>modeling</a:t>
            </a:r>
            <a:r>
              <a:rPr lang="en-GB" sz="1400" dirty="0"/>
              <a:t> for real-world entity representation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Array search and compaction techniques in C++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Menu-driven program design using loops and switch-case</a:t>
            </a:r>
            <a:endParaRPr dirty="0"/>
          </a:p>
          <a:p>
            <a:pPr marL="457200" lvl="0" indent="-342900" algn="l" rtl="0">
              <a:spcBef>
                <a:spcPts val="200"/>
              </a:spcBef>
              <a:spcAft>
                <a:spcPts val="200"/>
              </a:spcAft>
              <a:buSzPts val="1600"/>
              <a:buChar char="•"/>
            </a:pPr>
            <a:r>
              <a:rPr lang="en-GB" sz="1600" b="1" dirty="0"/>
              <a:t>Conclusion</a:t>
            </a:r>
            <a:endParaRPr dirty="0"/>
          </a:p>
          <a:p>
            <a:pPr marL="914400" lvl="1" indent="-342900" algn="l" rtl="0">
              <a:spcBef>
                <a:spcPts val="100"/>
              </a:spcBef>
              <a:spcAft>
                <a:spcPts val="100"/>
              </a:spcAft>
              <a:buSzPts val="1400"/>
              <a:buChar char="–"/>
            </a:pPr>
            <a:r>
              <a:rPr lang="en-GB" sz="1400" dirty="0"/>
              <a:t>The system demonstrates effective use of C++ fundamentals to solve a practical problem</a:t>
            </a:r>
            <a:endParaRPr dirty="0"/>
          </a:p>
        </p:txBody>
      </p:sp>
      <p:pic>
        <p:nvPicPr>
          <p:cNvPr id="133" name="Logo 1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</Words>
  <Application>Microsoft Macintosh PowerPoint</Application>
  <PresentationFormat>On-screen Show (16:9)</PresentationFormat>
  <Paragraphs>54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PowerPoint Presentation</vt:lpstr>
      <vt:lpstr>Index</vt:lpstr>
      <vt:lpstr>Introduction</vt:lpstr>
      <vt:lpstr>Problem Statement</vt:lpstr>
      <vt:lpstr>Working – Methods &amp; Algorithms</vt:lpstr>
      <vt:lpstr>Results &amp;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Bhaumikk Keer</cp:lastModifiedBy>
  <cp:revision>1</cp:revision>
  <dcterms:modified xsi:type="dcterms:W3CDTF">2026-03-13T05:44:12Z</dcterms:modified>
</cp:coreProperties>
</file>